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0" r:id="rId22"/>
    <p:sldId id="25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079773-CC18-4E48-9EF1-C45E59C3FB52}" v="148" dt="2026-01-14T19:18:36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.briches@yahoo.com" userId="76a98584ee3cdaff" providerId="LiveId" clId="{F7BDE3E3-F74C-5B34-A633-6AC3251309EA}"/>
    <pc:docChg chg="undo custSel addSld delSld modSld">
      <pc:chgData name="c.briches@yahoo.com" userId="76a98584ee3cdaff" providerId="LiveId" clId="{F7BDE3E3-F74C-5B34-A633-6AC3251309EA}" dt="2026-01-14T19:18:36.151" v="2233"/>
      <pc:docMkLst>
        <pc:docMk/>
      </pc:docMkLst>
      <pc:sldChg chg="addSp modSp mod setBg addAnim modAnim">
        <pc:chgData name="c.briches@yahoo.com" userId="76a98584ee3cdaff" providerId="LiveId" clId="{F7BDE3E3-F74C-5B34-A633-6AC3251309EA}" dt="2026-01-14T18:30:27.664" v="2231"/>
        <pc:sldMkLst>
          <pc:docMk/>
          <pc:sldMk cId="612242855" sldId="256"/>
        </pc:sldMkLst>
        <pc:spChg chg="mod">
          <ac:chgData name="c.briches@yahoo.com" userId="76a98584ee3cdaff" providerId="LiveId" clId="{F7BDE3E3-F74C-5B34-A633-6AC3251309EA}" dt="2026-01-07T20:00:26.385" v="1847" actId="255"/>
          <ac:spMkLst>
            <pc:docMk/>
            <pc:sldMk cId="612242855" sldId="256"/>
            <ac:spMk id="3" creationId="{7C3B6A2A-09DE-1547-E9F2-D57D2542D9EE}"/>
          </ac:spMkLst>
        </pc:spChg>
      </pc:sldChg>
      <pc:sldChg chg="addSp delSp modSp mod">
        <pc:chgData name="c.briches@yahoo.com" userId="76a98584ee3cdaff" providerId="LiveId" clId="{F7BDE3E3-F74C-5B34-A633-6AC3251309EA}" dt="2026-01-14T19:18:36.151" v="2233"/>
        <pc:sldMkLst>
          <pc:docMk/>
          <pc:sldMk cId="3349099308" sldId="257"/>
        </pc:sldMkLst>
        <pc:spChg chg="mod">
          <ac:chgData name="c.briches@yahoo.com" userId="76a98584ee3cdaff" providerId="LiveId" clId="{F7BDE3E3-F74C-5B34-A633-6AC3251309EA}" dt="2026-01-07T19:12:09.987" v="1196" actId="26606"/>
          <ac:spMkLst>
            <pc:docMk/>
            <pc:sldMk cId="3349099308" sldId="257"/>
            <ac:spMk id="2" creationId="{DB5377A4-9CEC-7753-1AFB-C0B1A67598B6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349099308" sldId="257"/>
            <ac:spMk id="3" creationId="{E9718219-213C-991B-B010-7DC4F7D87DD1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349099308" sldId="257"/>
            <ac:spMk id="4" creationId="{36327E5A-163A-1195-6FFF-67A0EDB196A0}"/>
          </ac:spMkLst>
        </pc:spChg>
        <pc:spChg chg="add">
          <ac:chgData name="c.briches@yahoo.com" userId="76a98584ee3cdaff" providerId="LiveId" clId="{F7BDE3E3-F74C-5B34-A633-6AC3251309EA}" dt="2026-01-07T19:12:09.987" v="1196" actId="26606"/>
          <ac:spMkLst>
            <pc:docMk/>
            <pc:sldMk cId="3349099308" sldId="257"/>
            <ac:spMk id="55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19:12:09.987" v="1196" actId="26606"/>
          <ac:spMkLst>
            <pc:docMk/>
            <pc:sldMk cId="3349099308" sldId="257"/>
            <ac:spMk id="57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19:12:09.987" v="1196" actId="26606"/>
          <ac:graphicFrameMkLst>
            <pc:docMk/>
            <pc:sldMk cId="3349099308" sldId="257"/>
            <ac:graphicFrameMk id="51" creationId="{C7BFC523-6DD8-B86D-9FDE-44F420D84D24}"/>
          </ac:graphicFrameMkLst>
        </pc:graphicFrameChg>
      </pc:sldChg>
      <pc:sldChg chg="addSp delSp modSp mod">
        <pc:chgData name="c.briches@yahoo.com" userId="76a98584ee3cdaff" providerId="LiveId" clId="{F7BDE3E3-F74C-5B34-A633-6AC3251309EA}" dt="2026-01-14T19:18:36.151" v="2233"/>
        <pc:sldMkLst>
          <pc:docMk/>
          <pc:sldMk cId="3439788863" sldId="258"/>
        </pc:sldMkLst>
        <pc:spChg chg="add del mod">
          <ac:chgData name="c.briches@yahoo.com" userId="76a98584ee3cdaff" providerId="LiveId" clId="{F7BDE3E3-F74C-5B34-A633-6AC3251309EA}" dt="2026-01-08T18:28:00.661" v="2224" actId="20577"/>
          <ac:spMkLst>
            <pc:docMk/>
            <pc:sldMk cId="3439788863" sldId="258"/>
            <ac:spMk id="3" creationId="{DB9F90BD-F7C5-876B-9106-52B35F7E5C6F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439788863" sldId="258"/>
            <ac:spMk id="4" creationId="{95FE7831-8A4F-6F78-4EBA-5F58F0A3307E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439788863" sldId="258"/>
            <ac:spMk id="5" creationId="{219399CF-5CAD-25BA-370B-AE49FFE501EE}"/>
          </ac:spMkLst>
        </pc:spChg>
        <pc:spChg chg="add">
          <ac:chgData name="c.briches@yahoo.com" userId="76a98584ee3cdaff" providerId="LiveId" clId="{F7BDE3E3-F74C-5B34-A633-6AC3251309EA}" dt="2026-01-08T18:23:19.082" v="2215" actId="22"/>
          <ac:spMkLst>
            <pc:docMk/>
            <pc:sldMk cId="3439788863" sldId="258"/>
            <ac:spMk id="6" creationId="{480468C1-7644-685D-AB0A-E4A3016CA23E}"/>
          </ac:spMkLst>
        </pc:spChg>
      </pc:sldChg>
      <pc:sldChg chg="addSp modSp">
        <pc:chgData name="c.briches@yahoo.com" userId="76a98584ee3cdaff" providerId="LiveId" clId="{F7BDE3E3-F74C-5B34-A633-6AC3251309EA}" dt="2026-01-14T19:18:36.151" v="2233"/>
        <pc:sldMkLst>
          <pc:docMk/>
          <pc:sldMk cId="3529595019" sldId="260"/>
        </pc:sldMkLst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529595019" sldId="260"/>
            <ac:spMk id="3" creationId="{0C915D5E-EADE-9BDF-21AD-AADD3FAD04AC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529595019" sldId="260"/>
            <ac:spMk id="4" creationId="{4BA95238-9D27-EF7C-9131-089C77626F31}"/>
          </ac:spMkLst>
        </pc:sp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497403700" sldId="261"/>
        </pc:sldMkLst>
        <pc:spChg chg="mod">
          <ac:chgData name="c.briches@yahoo.com" userId="76a98584ee3cdaff" providerId="LiveId" clId="{F7BDE3E3-F74C-5B34-A633-6AC3251309EA}" dt="2026-01-07T19:01:23.743" v="779" actId="26606"/>
          <ac:spMkLst>
            <pc:docMk/>
            <pc:sldMk cId="497403700" sldId="261"/>
            <ac:spMk id="2" creationId="{17D65EFD-EFEE-98F7-DA60-94A99FE63526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497403700" sldId="261"/>
            <ac:spMk id="3" creationId="{9D3F373E-8ACB-A309-C38F-F2FEA39D1594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497403700" sldId="261"/>
            <ac:spMk id="4" creationId="{6F0F7040-6A49-65AA-91C4-7B2AB7074912}"/>
          </ac:spMkLst>
        </pc:spChg>
        <pc:spChg chg="add">
          <ac:chgData name="c.briches@yahoo.com" userId="76a98584ee3cdaff" providerId="LiveId" clId="{F7BDE3E3-F74C-5B34-A633-6AC3251309EA}" dt="2026-01-07T19:01:23.743" v="779" actId="26606"/>
          <ac:spMkLst>
            <pc:docMk/>
            <pc:sldMk cId="497403700" sldId="261"/>
            <ac:spMk id="90" creationId="{EDDBB197-D710-4A4F-A9CA-FD2177498BE8}"/>
          </ac:spMkLst>
        </pc:spChg>
        <pc:spChg chg="add">
          <ac:chgData name="c.briches@yahoo.com" userId="76a98584ee3cdaff" providerId="LiveId" clId="{F7BDE3E3-F74C-5B34-A633-6AC3251309EA}" dt="2026-01-07T19:01:23.743" v="779" actId="26606"/>
          <ac:spMkLst>
            <pc:docMk/>
            <pc:sldMk cId="497403700" sldId="261"/>
            <ac:spMk id="91" creationId="{975D1CFA-2CDB-4B64-BD9F-85744E8DA12F}"/>
          </ac:spMkLst>
        </pc:spChg>
        <pc:spChg chg="add mod">
          <ac:chgData name="c.briches@yahoo.com" userId="76a98584ee3cdaff" providerId="LiveId" clId="{F7BDE3E3-F74C-5B34-A633-6AC3251309EA}" dt="2026-01-07T20:00:01.016" v="1846" actId="14100"/>
          <ac:spMkLst>
            <pc:docMk/>
            <pc:sldMk cId="497403700" sldId="261"/>
            <ac:spMk id="92" creationId="{CE4C08A3-B23B-B32F-5171-D6DB50924A77}"/>
          </ac:spMkLst>
        </pc:spChg>
        <pc:grpChg chg="add">
          <ac:chgData name="c.briches@yahoo.com" userId="76a98584ee3cdaff" providerId="LiveId" clId="{F7BDE3E3-F74C-5B34-A633-6AC3251309EA}" dt="2026-01-07T19:01:23.743" v="779" actId="26606"/>
          <ac:grpSpMkLst>
            <pc:docMk/>
            <pc:sldMk cId="497403700" sldId="261"/>
            <ac:grpSpMk id="93" creationId="{25EE5136-01F1-466C-962D-BA9B4C6757AA}"/>
          </ac:grpSpMkLst>
        </pc:grpChg>
        <pc:picChg chg="add">
          <ac:chgData name="c.briches@yahoo.com" userId="76a98584ee3cdaff" providerId="LiveId" clId="{F7BDE3E3-F74C-5B34-A633-6AC3251309EA}" dt="2026-01-07T19:01:23.743" v="779" actId="26606"/>
          <ac:picMkLst>
            <pc:docMk/>
            <pc:sldMk cId="497403700" sldId="261"/>
            <ac:picMk id="97" creationId="{6ECAAA07-5537-35EF-5BC6-F8C3A1DFCBE9}"/>
          </ac:picMkLst>
        </pc:pic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3777181393" sldId="262"/>
        </pc:sldMkLst>
        <pc:spChg chg="mod">
          <ac:chgData name="c.briches@yahoo.com" userId="76a98584ee3cdaff" providerId="LiveId" clId="{F7BDE3E3-F74C-5B34-A633-6AC3251309EA}" dt="2026-01-07T19:10:35.987" v="1158" actId="26606"/>
          <ac:spMkLst>
            <pc:docMk/>
            <pc:sldMk cId="3777181393" sldId="262"/>
            <ac:spMk id="2" creationId="{B793A15F-EFEF-6C94-DB56-0249CEC91483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777181393" sldId="262"/>
            <ac:spMk id="3" creationId="{505D2FB2-D79B-30AF-829E-6BEE5DB51DDE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777181393" sldId="262"/>
            <ac:spMk id="4" creationId="{07B1384A-E679-C0B7-0329-0EF6B9AE4EFD}"/>
          </ac:spMkLst>
        </pc:spChg>
        <pc:spChg chg="add">
          <ac:chgData name="c.briches@yahoo.com" userId="76a98584ee3cdaff" providerId="LiveId" clId="{F7BDE3E3-F74C-5B34-A633-6AC3251309EA}" dt="2026-01-07T19:10:35.987" v="1158" actId="26606"/>
          <ac:spMkLst>
            <pc:docMk/>
            <pc:sldMk cId="3777181393" sldId="262"/>
            <ac:spMk id="30" creationId="{063BBA22-50EA-4C4D-BE05-F1CE4E63AA56}"/>
          </ac:spMkLst>
        </pc:spChg>
        <pc:spChg chg="add">
          <ac:chgData name="c.briches@yahoo.com" userId="76a98584ee3cdaff" providerId="LiveId" clId="{F7BDE3E3-F74C-5B34-A633-6AC3251309EA}" dt="2026-01-07T19:10:35.987" v="1158" actId="26606"/>
          <ac:spMkLst>
            <pc:docMk/>
            <pc:sldMk cId="3777181393" sldId="262"/>
            <ac:spMk id="49" creationId="{BACC6370-2D7E-4714-9D71-7542949D7D5D}"/>
          </ac:spMkLst>
        </pc:spChg>
        <pc:spChg chg="add">
          <ac:chgData name="c.briches@yahoo.com" userId="76a98584ee3cdaff" providerId="LiveId" clId="{F7BDE3E3-F74C-5B34-A633-6AC3251309EA}" dt="2026-01-07T19:10:35.987" v="1158" actId="26606"/>
          <ac:spMkLst>
            <pc:docMk/>
            <pc:sldMk cId="3777181393" sldId="262"/>
            <ac:spMk id="50" creationId="{F68B3F68-107C-434F-AA38-110D5EA91B85}"/>
          </ac:spMkLst>
        </pc:spChg>
        <pc:spChg chg="add">
          <ac:chgData name="c.briches@yahoo.com" userId="76a98584ee3cdaff" providerId="LiveId" clId="{F7BDE3E3-F74C-5B34-A633-6AC3251309EA}" dt="2026-01-07T19:10:35.987" v="1158" actId="26606"/>
          <ac:spMkLst>
            <pc:docMk/>
            <pc:sldMk cId="3777181393" sldId="262"/>
            <ac:spMk id="51" creationId="{AAD0DBB9-1A4B-4391-81D4-CB19F9AB918A}"/>
          </ac:spMkLst>
        </pc:spChg>
        <pc:graphicFrameChg chg="add mod modGraphic">
          <ac:chgData name="c.briches@yahoo.com" userId="76a98584ee3cdaff" providerId="LiveId" clId="{F7BDE3E3-F74C-5B34-A633-6AC3251309EA}" dt="2026-01-07T19:59:26.115" v="1838" actId="255"/>
          <ac:graphicFrameMkLst>
            <pc:docMk/>
            <pc:sldMk cId="3777181393" sldId="262"/>
            <ac:graphicFrameMk id="5" creationId="{586EDA72-475C-7C5A-7BDA-6A6D1764E773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442239142" sldId="263"/>
        </pc:sldMkLst>
        <pc:spChg chg="mod">
          <ac:chgData name="c.briches@yahoo.com" userId="76a98584ee3cdaff" providerId="LiveId" clId="{F7BDE3E3-F74C-5B34-A633-6AC3251309EA}" dt="2026-01-07T19:48:50.672" v="1738" actId="26606"/>
          <ac:spMkLst>
            <pc:docMk/>
            <pc:sldMk cId="2442239142" sldId="263"/>
            <ac:spMk id="2" creationId="{099C8048-1B94-FAF0-DB41-F3F5B7723364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442239142" sldId="263"/>
            <ac:spMk id="3" creationId="{13C77E38-E7C5-7F66-345D-79F74DD6332C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442239142" sldId="263"/>
            <ac:spMk id="4" creationId="{6F40A1A8-18A0-0E89-50AD-10D23912A528}"/>
          </ac:spMkLst>
        </pc:spChg>
        <pc:spChg chg="add">
          <ac:chgData name="c.briches@yahoo.com" userId="76a98584ee3cdaff" providerId="LiveId" clId="{F7BDE3E3-F74C-5B34-A633-6AC3251309EA}" dt="2026-01-07T19:48:50.672" v="1738" actId="26606"/>
          <ac:spMkLst>
            <pc:docMk/>
            <pc:sldMk cId="2442239142" sldId="263"/>
            <ac:spMk id="42" creationId="{955A2079-FA98-4876-80F0-72364A7D2EA4}"/>
          </ac:spMkLst>
        </pc:spChg>
        <pc:graphicFrameChg chg="add mod modGraphic">
          <ac:chgData name="c.briches@yahoo.com" userId="76a98584ee3cdaff" providerId="LiveId" clId="{F7BDE3E3-F74C-5B34-A633-6AC3251309EA}" dt="2026-01-07T19:52:19.075" v="1763" actId="26606"/>
          <ac:graphicFrameMkLst>
            <pc:docMk/>
            <pc:sldMk cId="2442239142" sldId="263"/>
            <ac:graphicFrameMk id="22" creationId="{4AF4ADCB-490D-07A0-E12C-4723912CA984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955881875" sldId="264"/>
        </pc:sldMkLst>
        <pc:spChg chg="mod">
          <ac:chgData name="c.briches@yahoo.com" userId="76a98584ee3cdaff" providerId="LiveId" clId="{F7BDE3E3-F74C-5B34-A633-6AC3251309EA}" dt="2026-01-07T19:49:52.514" v="1745" actId="26606"/>
          <ac:spMkLst>
            <pc:docMk/>
            <pc:sldMk cId="2955881875" sldId="264"/>
            <ac:spMk id="2" creationId="{F2343926-C9B1-7F35-7A76-1AC1389DB4CC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955881875" sldId="264"/>
            <ac:spMk id="3" creationId="{A4BAFDD9-D25C-AD34-FC75-3A1CB37B4C08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955881875" sldId="264"/>
            <ac:spMk id="4" creationId="{6D0269C8-9FB3-0181-38CF-512122A2D699}"/>
          </ac:spMkLst>
        </pc:spChg>
        <pc:spChg chg="add">
          <ac:chgData name="c.briches@yahoo.com" userId="76a98584ee3cdaff" providerId="LiveId" clId="{F7BDE3E3-F74C-5B34-A633-6AC3251309EA}" dt="2026-01-07T19:49:52.514" v="1745" actId="26606"/>
          <ac:spMkLst>
            <pc:docMk/>
            <pc:sldMk cId="2955881875" sldId="264"/>
            <ac:spMk id="25" creationId="{955A2079-FA98-4876-80F0-72364A7D2EA4}"/>
          </ac:spMkLst>
        </pc:spChg>
        <pc:graphicFrameChg chg="add mod">
          <ac:chgData name="c.briches@yahoo.com" userId="76a98584ee3cdaff" providerId="LiveId" clId="{F7BDE3E3-F74C-5B34-A633-6AC3251309EA}" dt="2026-01-07T19:58:48.516" v="1830" actId="255"/>
          <ac:graphicFrameMkLst>
            <pc:docMk/>
            <pc:sldMk cId="2955881875" sldId="264"/>
            <ac:graphicFrameMk id="26" creationId="{FD409258-2EE3-ACF0-2A1D-CD656CB21089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165060070" sldId="265"/>
        </pc:sldMkLst>
        <pc:spChg chg="mod">
          <ac:chgData name="c.briches@yahoo.com" userId="76a98584ee3cdaff" providerId="LiveId" clId="{F7BDE3E3-F74C-5B34-A633-6AC3251309EA}" dt="2026-01-07T19:52:14.208" v="1761" actId="26606"/>
          <ac:spMkLst>
            <pc:docMk/>
            <pc:sldMk cId="2165060070" sldId="265"/>
            <ac:spMk id="2" creationId="{FB138E49-080B-EDDA-ED9C-AC9C2AAF72B7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165060070" sldId="265"/>
            <ac:spMk id="3" creationId="{804AB389-A715-695E-1C2C-19B6336500F7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165060070" sldId="265"/>
            <ac:spMk id="4" creationId="{E5655EE5-29D4-311E-BE21-62E1BFDB7608}"/>
          </ac:spMkLst>
        </pc:spChg>
        <pc:spChg chg="add del">
          <ac:chgData name="c.briches@yahoo.com" userId="76a98584ee3cdaff" providerId="LiveId" clId="{F7BDE3E3-F74C-5B34-A633-6AC3251309EA}" dt="2026-01-07T19:52:14.208" v="1761" actId="26606"/>
          <ac:spMkLst>
            <pc:docMk/>
            <pc:sldMk cId="2165060070" sldId="265"/>
            <ac:spMk id="73" creationId="{BC68A55F-7B32-44D8-AEE5-1AF40532656C}"/>
          </ac:spMkLst>
        </pc:spChg>
        <pc:spChg chg="add del">
          <ac:chgData name="c.briches@yahoo.com" userId="76a98584ee3cdaff" providerId="LiveId" clId="{F7BDE3E3-F74C-5B34-A633-6AC3251309EA}" dt="2026-01-07T19:52:14.208" v="1761" actId="26606"/>
          <ac:spMkLst>
            <pc:docMk/>
            <pc:sldMk cId="2165060070" sldId="265"/>
            <ac:spMk id="74" creationId="{CD1AAA2C-FBBE-42AA-B869-31D524B7653F}"/>
          </ac:spMkLst>
        </pc:spChg>
        <pc:spChg chg="add del">
          <ac:chgData name="c.briches@yahoo.com" userId="76a98584ee3cdaff" providerId="LiveId" clId="{F7BDE3E3-F74C-5B34-A633-6AC3251309EA}" dt="2026-01-07T19:52:14.208" v="1761" actId="26606"/>
          <ac:spMkLst>
            <pc:docMk/>
            <pc:sldMk cId="2165060070" sldId="265"/>
            <ac:spMk id="75" creationId="{5F937BBF-9326-4230-AB1B-F1795E350559}"/>
          </ac:spMkLst>
        </pc:spChg>
        <pc:graphicFrameChg chg="add mod modGraphic">
          <ac:chgData name="c.briches@yahoo.com" userId="76a98584ee3cdaff" providerId="LiveId" clId="{F7BDE3E3-F74C-5B34-A633-6AC3251309EA}" dt="2026-01-07T19:52:14.208" v="1761" actId="26606"/>
          <ac:graphicFrameMkLst>
            <pc:docMk/>
            <pc:sldMk cId="2165060070" sldId="265"/>
            <ac:graphicFrameMk id="55" creationId="{ACD2BC88-FA37-8838-2236-F6A80992984D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3501096051" sldId="266"/>
        </pc:sldMkLst>
        <pc:spChg chg="mod">
          <ac:chgData name="c.briches@yahoo.com" userId="76a98584ee3cdaff" providerId="LiveId" clId="{F7BDE3E3-F74C-5B34-A633-6AC3251309EA}" dt="2026-01-14T18:53:32.866" v="2232" actId="20577"/>
          <ac:spMkLst>
            <pc:docMk/>
            <pc:sldMk cId="3501096051" sldId="266"/>
            <ac:spMk id="2" creationId="{F527098F-B338-900E-86B7-DA19F0D4DCD1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501096051" sldId="266"/>
            <ac:spMk id="3" creationId="{A583F920-FA5E-597F-A2F1-4C07BD475878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501096051" sldId="266"/>
            <ac:spMk id="4" creationId="{86F25BF4-4AAB-DF9F-4CB2-B2EA43D9056D}"/>
          </ac:spMkLst>
        </pc:spChg>
        <pc:spChg chg="add del">
          <ac:chgData name="c.briches@yahoo.com" userId="76a98584ee3cdaff" providerId="LiveId" clId="{F7BDE3E3-F74C-5B34-A633-6AC3251309EA}" dt="2026-01-07T19:52:15.824" v="1762" actId="26606"/>
          <ac:spMkLst>
            <pc:docMk/>
            <pc:sldMk cId="3501096051" sldId="266"/>
            <ac:spMk id="20" creationId="{6C4028FD-8BAA-4A19-BFDE-594D991B7552}"/>
          </ac:spMkLst>
        </pc:spChg>
        <pc:graphicFrameChg chg="add mod modGraphic">
          <ac:chgData name="c.briches@yahoo.com" userId="76a98584ee3cdaff" providerId="LiveId" clId="{F7BDE3E3-F74C-5B34-A633-6AC3251309EA}" dt="2026-01-07T19:58:00.023" v="1823" actId="255"/>
          <ac:graphicFrameMkLst>
            <pc:docMk/>
            <pc:sldMk cId="3501096051" sldId="266"/>
            <ac:graphicFrameMk id="5" creationId="{53B632E6-0DAC-B1EB-7590-77E7227670CE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87980353" sldId="267"/>
        </pc:sldMkLst>
        <pc:spChg chg="mod">
          <ac:chgData name="c.briches@yahoo.com" userId="76a98584ee3cdaff" providerId="LiveId" clId="{F7BDE3E3-F74C-5B34-A633-6AC3251309EA}" dt="2026-01-07T19:39:20.496" v="1524" actId="26606"/>
          <ac:spMkLst>
            <pc:docMk/>
            <pc:sldMk cId="87980353" sldId="267"/>
            <ac:spMk id="2" creationId="{1EBB3D82-A778-8A2A-7A6C-771FFC2DF2C0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87980353" sldId="267"/>
            <ac:spMk id="3" creationId="{5BA70BEF-34B7-3513-A75B-FF61F7AF0DE5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87980353" sldId="267"/>
            <ac:spMk id="4" creationId="{D268D9FA-98CE-2BCA-2151-43FFC05F050F}"/>
          </ac:spMkLst>
        </pc:spChg>
        <pc:graphicFrameChg chg="add">
          <ac:chgData name="c.briches@yahoo.com" userId="76a98584ee3cdaff" providerId="LiveId" clId="{F7BDE3E3-F74C-5B34-A633-6AC3251309EA}" dt="2026-01-07T19:39:27.584" v="1529" actId="26606"/>
          <ac:graphicFrameMkLst>
            <pc:docMk/>
            <pc:sldMk cId="87980353" sldId="267"/>
            <ac:graphicFrameMk id="54" creationId="{FF4883F8-95A2-FF8B-DE7E-6C3F3278417D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4201724973" sldId="268"/>
        </pc:sldMkLst>
        <pc:spChg chg="mod">
          <ac:chgData name="c.briches@yahoo.com" userId="76a98584ee3cdaff" providerId="LiveId" clId="{F7BDE3E3-F74C-5B34-A633-6AC3251309EA}" dt="2026-01-07T19:41:15.264" v="1559" actId="26606"/>
          <ac:spMkLst>
            <pc:docMk/>
            <pc:sldMk cId="4201724973" sldId="268"/>
            <ac:spMk id="2" creationId="{8187FCA0-0EE8-A8C9-BB27-0DB37B4698D3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4201724973" sldId="268"/>
            <ac:spMk id="3" creationId="{8BB9759B-1640-5182-5F5E-2012D18F83BA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4201724973" sldId="268"/>
            <ac:spMk id="4" creationId="{D1405107-1118-C271-C0AA-B3DCD7CCA720}"/>
          </ac:spMkLst>
        </pc:spChg>
        <pc:spChg chg="add">
          <ac:chgData name="c.briches@yahoo.com" userId="76a98584ee3cdaff" providerId="LiveId" clId="{F7BDE3E3-F74C-5B34-A633-6AC3251309EA}" dt="2026-01-07T19:41:15.264" v="1559" actId="26606"/>
          <ac:spMkLst>
            <pc:docMk/>
            <pc:sldMk cId="4201724973" sldId="268"/>
            <ac:spMk id="10" creationId="{EDDBB197-D710-4A4F-A9CA-FD2177498BE8}"/>
          </ac:spMkLst>
        </pc:spChg>
        <pc:spChg chg="add">
          <ac:chgData name="c.briches@yahoo.com" userId="76a98584ee3cdaff" providerId="LiveId" clId="{F7BDE3E3-F74C-5B34-A633-6AC3251309EA}" dt="2026-01-07T19:41:15.264" v="1559" actId="26606"/>
          <ac:spMkLst>
            <pc:docMk/>
            <pc:sldMk cId="4201724973" sldId="268"/>
            <ac:spMk id="19" creationId="{975D1CFA-2CDB-4B64-BD9F-85744E8DA12F}"/>
          </ac:spMkLst>
        </pc:spChg>
        <pc:spChg chg="add mod">
          <ac:chgData name="c.briches@yahoo.com" userId="76a98584ee3cdaff" providerId="LiveId" clId="{F7BDE3E3-F74C-5B34-A633-6AC3251309EA}" dt="2026-01-14T18:16:25.688" v="2225" actId="20577"/>
          <ac:spMkLst>
            <pc:docMk/>
            <pc:sldMk cId="4201724973" sldId="268"/>
            <ac:spMk id="20" creationId="{4E1B8B61-ECC2-1A64-1090-3C31F97BC269}"/>
          </ac:spMkLst>
        </pc:spChg>
        <pc:grpChg chg="add">
          <ac:chgData name="c.briches@yahoo.com" userId="76a98584ee3cdaff" providerId="LiveId" clId="{F7BDE3E3-F74C-5B34-A633-6AC3251309EA}" dt="2026-01-07T19:41:15.264" v="1559" actId="26606"/>
          <ac:grpSpMkLst>
            <pc:docMk/>
            <pc:sldMk cId="4201724973" sldId="268"/>
            <ac:grpSpMk id="21" creationId="{25EE5136-01F1-466C-962D-BA9B4C6757AA}"/>
          </ac:grpSpMkLst>
        </pc:grpChg>
        <pc:picChg chg="add">
          <ac:chgData name="c.briches@yahoo.com" userId="76a98584ee3cdaff" providerId="LiveId" clId="{F7BDE3E3-F74C-5B34-A633-6AC3251309EA}" dt="2026-01-07T19:41:15.264" v="1559" actId="26606"/>
          <ac:picMkLst>
            <pc:docMk/>
            <pc:sldMk cId="4201724973" sldId="268"/>
            <ac:picMk id="7" creationId="{C4DA0355-ADA9-90F1-9313-12B420B44659}"/>
          </ac:picMkLst>
        </pc:pic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3302396804" sldId="269"/>
        </pc:sldMkLst>
        <pc:spChg chg="mod">
          <ac:chgData name="c.briches@yahoo.com" userId="76a98584ee3cdaff" providerId="LiveId" clId="{F7BDE3E3-F74C-5B34-A633-6AC3251309EA}" dt="2026-01-07T19:53:52.041" v="1774" actId="20577"/>
          <ac:spMkLst>
            <pc:docMk/>
            <pc:sldMk cId="3302396804" sldId="269"/>
            <ac:spMk id="2" creationId="{4973BD67-6FE4-1172-7A64-0C90116196C7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302396804" sldId="269"/>
            <ac:spMk id="3" creationId="{8CEFFB8D-251F-FEA2-E6EE-13EC92F59913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302396804" sldId="269"/>
            <ac:spMk id="4" creationId="{4F6E64DF-7630-3033-C24D-6D30896CD991}"/>
          </ac:spMkLst>
        </pc:spChg>
        <pc:spChg chg="add">
          <ac:chgData name="c.briches@yahoo.com" userId="76a98584ee3cdaff" providerId="LiveId" clId="{F7BDE3E3-F74C-5B34-A633-6AC3251309EA}" dt="2026-01-07T19:47:24.201" v="1725" actId="26606"/>
          <ac:spMkLst>
            <pc:docMk/>
            <pc:sldMk cId="3302396804" sldId="269"/>
            <ac:spMk id="32" creationId="{245A9F99-D9B1-4094-A2E2-B90AC1DB7B9C}"/>
          </ac:spMkLst>
        </pc:spChg>
        <pc:spChg chg="add">
          <ac:chgData name="c.briches@yahoo.com" userId="76a98584ee3cdaff" providerId="LiveId" clId="{F7BDE3E3-F74C-5B34-A633-6AC3251309EA}" dt="2026-01-07T19:47:24.201" v="1725" actId="26606"/>
          <ac:spMkLst>
            <pc:docMk/>
            <pc:sldMk cId="3302396804" sldId="269"/>
            <ac:spMk id="33" creationId="{B7FAF607-473A-4A43-A23D-BBFF5C4117BB}"/>
          </ac:spMkLst>
        </pc:spChg>
        <pc:spChg chg="add mod">
          <ac:chgData name="c.briches@yahoo.com" userId="76a98584ee3cdaff" providerId="LiveId" clId="{F7BDE3E3-F74C-5B34-A633-6AC3251309EA}" dt="2026-01-07T19:56:54.412" v="1816" actId="255"/>
          <ac:spMkLst>
            <pc:docMk/>
            <pc:sldMk cId="3302396804" sldId="269"/>
            <ac:spMk id="35" creationId="{1DABA53B-6D16-695F-8FB5-85042E632CAF}"/>
          </ac:spMkLst>
        </pc:spChg>
        <pc:grpChg chg="add">
          <ac:chgData name="c.briches@yahoo.com" userId="76a98584ee3cdaff" providerId="LiveId" clId="{F7BDE3E3-F74C-5B34-A633-6AC3251309EA}" dt="2026-01-07T19:47:24.201" v="1725" actId="26606"/>
          <ac:grpSpMkLst>
            <pc:docMk/>
            <pc:sldMk cId="3302396804" sldId="269"/>
            <ac:grpSpMk id="36" creationId="{C5F6476F-D303-44D3-B30F-1BA348F0F64A}"/>
          </ac:grpSpMkLst>
        </pc:grpChg>
        <pc:picChg chg="add">
          <ac:chgData name="c.briches@yahoo.com" userId="76a98584ee3cdaff" providerId="LiveId" clId="{F7BDE3E3-F74C-5B34-A633-6AC3251309EA}" dt="2026-01-07T19:47:24.201" v="1725" actId="26606"/>
          <ac:picMkLst>
            <pc:docMk/>
            <pc:sldMk cId="3302396804" sldId="269"/>
            <ac:picMk id="34" creationId="{0F2EE70E-94FA-7526-5603-95A8C1D91B21}"/>
          </ac:picMkLst>
        </pc:pic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3920625010" sldId="270"/>
        </pc:sldMkLst>
        <pc:spChg chg="mod">
          <ac:chgData name="c.briches@yahoo.com" userId="76a98584ee3cdaff" providerId="LiveId" clId="{F7BDE3E3-F74C-5B34-A633-6AC3251309EA}" dt="2026-01-07T19:56:20.191" v="1815" actId="26606"/>
          <ac:spMkLst>
            <pc:docMk/>
            <pc:sldMk cId="3920625010" sldId="270"/>
            <ac:spMk id="2" creationId="{154B0712-EB02-C9B7-3077-E367357F732D}"/>
          </ac:spMkLst>
        </pc:spChg>
        <pc:spChg chg="mod">
          <ac:chgData name="c.briches@yahoo.com" userId="76a98584ee3cdaff" providerId="LiveId" clId="{F7BDE3E3-F74C-5B34-A633-6AC3251309EA}" dt="2026-01-14T18:16:38.368" v="2226" actId="20577"/>
          <ac:spMkLst>
            <pc:docMk/>
            <pc:sldMk cId="3920625010" sldId="270"/>
            <ac:spMk id="3" creationId="{B558063B-13D1-9E3D-A1A8-421AB2EF50F1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920625010" sldId="270"/>
            <ac:spMk id="4" creationId="{ADFEA239-0F7F-8B47-2970-8477D8AC1DC0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3920625010" sldId="270"/>
            <ac:spMk id="5" creationId="{AE588699-3A0D-091D-825B-E6D0E1723C2C}"/>
          </ac:spMkLst>
        </pc:spChg>
        <pc:spChg chg="add">
          <ac:chgData name="c.briches@yahoo.com" userId="76a98584ee3cdaff" providerId="LiveId" clId="{F7BDE3E3-F74C-5B34-A633-6AC3251309EA}" dt="2026-01-07T19:56:20.191" v="1815" actId="26606"/>
          <ac:spMkLst>
            <pc:docMk/>
            <pc:sldMk cId="3920625010" sldId="270"/>
            <ac:spMk id="25" creationId="{907EF6B7-1338-4443-8C46-6A318D952DFD}"/>
          </ac:spMkLst>
        </pc:spChg>
        <pc:spChg chg="add">
          <ac:chgData name="c.briches@yahoo.com" userId="76a98584ee3cdaff" providerId="LiveId" clId="{F7BDE3E3-F74C-5B34-A633-6AC3251309EA}" dt="2026-01-07T19:56:20.191" v="1815" actId="26606"/>
          <ac:spMkLst>
            <pc:docMk/>
            <pc:sldMk cId="3920625010" sldId="270"/>
            <ac:spMk id="26" creationId="{DAAE4CDD-124C-4DCF-9584-B6033B545DD5}"/>
          </ac:spMkLst>
        </pc:spChg>
        <pc:spChg chg="add">
          <ac:chgData name="c.briches@yahoo.com" userId="76a98584ee3cdaff" providerId="LiveId" clId="{F7BDE3E3-F74C-5B34-A633-6AC3251309EA}" dt="2026-01-07T19:56:20.191" v="1815" actId="26606"/>
          <ac:spMkLst>
            <pc:docMk/>
            <pc:sldMk cId="3920625010" sldId="270"/>
            <ac:spMk id="27" creationId="{081E4A58-353D-44AE-B2FC-2A74E2E400F7}"/>
          </ac:spMkLst>
        </pc:sp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15461942" sldId="271"/>
        </pc:sldMkLst>
        <pc:spChg chg="mod">
          <ac:chgData name="c.briches@yahoo.com" userId="76a98584ee3cdaff" providerId="LiveId" clId="{F7BDE3E3-F74C-5B34-A633-6AC3251309EA}" dt="2026-01-07T20:02:39.622" v="1885" actId="26606"/>
          <ac:spMkLst>
            <pc:docMk/>
            <pc:sldMk cId="215461942" sldId="271"/>
            <ac:spMk id="2" creationId="{36E791E5-76F8-6F1A-4ECF-8E0AFB550946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15461942" sldId="271"/>
            <ac:spMk id="3" creationId="{E347A779-6D9D-28F6-FB57-5E4604AF0963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15461942" sldId="271"/>
            <ac:spMk id="4" creationId="{3F896C94-A9E8-CFC8-D5EC-DE5F57FA6C24}"/>
          </ac:spMkLst>
        </pc:spChg>
        <pc:spChg chg="add">
          <ac:chgData name="c.briches@yahoo.com" userId="76a98584ee3cdaff" providerId="LiveId" clId="{F7BDE3E3-F74C-5B34-A633-6AC3251309EA}" dt="2026-01-07T20:02:39.622" v="1885" actId="26606"/>
          <ac:spMkLst>
            <pc:docMk/>
            <pc:sldMk cId="215461942" sldId="271"/>
            <ac:spMk id="9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20:02:39.622" v="1885" actId="26606"/>
          <ac:spMkLst>
            <pc:docMk/>
            <pc:sldMk cId="215461942" sldId="271"/>
            <ac:spMk id="11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20:02:39.622" v="1885" actId="26606"/>
          <ac:graphicFrameMkLst>
            <pc:docMk/>
            <pc:sldMk cId="215461942" sldId="271"/>
            <ac:graphicFrameMk id="5" creationId="{8B801E00-8520-B38B-35DF-62D81357F0DF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274300344" sldId="272"/>
        </pc:sldMkLst>
        <pc:spChg chg="mod">
          <ac:chgData name="c.briches@yahoo.com" userId="76a98584ee3cdaff" providerId="LiveId" clId="{F7BDE3E3-F74C-5B34-A633-6AC3251309EA}" dt="2026-01-07T20:05:29.062" v="1912" actId="26606"/>
          <ac:spMkLst>
            <pc:docMk/>
            <pc:sldMk cId="2274300344" sldId="272"/>
            <ac:spMk id="2" creationId="{5BB6DACF-EA73-6D01-B9FA-2D09BA49794D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274300344" sldId="272"/>
            <ac:spMk id="3" creationId="{F256E64D-1A07-BC56-B19A-30A18E9FD67F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274300344" sldId="272"/>
            <ac:spMk id="4" creationId="{E9FEB966-5B4F-A660-544E-0A346630F2D9}"/>
          </ac:spMkLst>
        </pc:spChg>
        <pc:spChg chg="add">
          <ac:chgData name="c.briches@yahoo.com" userId="76a98584ee3cdaff" providerId="LiveId" clId="{F7BDE3E3-F74C-5B34-A633-6AC3251309EA}" dt="2026-01-07T20:05:29.062" v="1912" actId="26606"/>
          <ac:spMkLst>
            <pc:docMk/>
            <pc:sldMk cId="2274300344" sldId="272"/>
            <ac:spMk id="9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20:05:29.062" v="1912" actId="26606"/>
          <ac:spMkLst>
            <pc:docMk/>
            <pc:sldMk cId="2274300344" sldId="272"/>
            <ac:spMk id="11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20:05:29.062" v="1912" actId="26606"/>
          <ac:graphicFrameMkLst>
            <pc:docMk/>
            <pc:sldMk cId="2274300344" sldId="272"/>
            <ac:graphicFrameMk id="5" creationId="{814B6AD8-68FD-17B2-C29E-C5ECEE21AE0A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015240726" sldId="273"/>
        </pc:sldMkLst>
        <pc:spChg chg="mod">
          <ac:chgData name="c.briches@yahoo.com" userId="76a98584ee3cdaff" providerId="LiveId" clId="{F7BDE3E3-F74C-5B34-A633-6AC3251309EA}" dt="2026-01-07T20:09:31.833" v="1940" actId="26606"/>
          <ac:spMkLst>
            <pc:docMk/>
            <pc:sldMk cId="2015240726" sldId="273"/>
            <ac:spMk id="2" creationId="{3DD3A287-E4EA-C4E7-9D57-26100B63B770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015240726" sldId="273"/>
            <ac:spMk id="3" creationId="{07F797D4-47D9-8DE6-3458-3F218BC009C5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015240726" sldId="273"/>
            <ac:spMk id="4" creationId="{7EC0D9EE-76B8-B2EB-B3FA-B27E937F9631}"/>
          </ac:spMkLst>
        </pc:spChg>
        <pc:spChg chg="add">
          <ac:chgData name="c.briches@yahoo.com" userId="76a98584ee3cdaff" providerId="LiveId" clId="{F7BDE3E3-F74C-5B34-A633-6AC3251309EA}" dt="2026-01-07T20:09:31.833" v="1940" actId="26606"/>
          <ac:spMkLst>
            <pc:docMk/>
            <pc:sldMk cId="2015240726" sldId="273"/>
            <ac:spMk id="9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20:09:31.833" v="1940" actId="26606"/>
          <ac:spMkLst>
            <pc:docMk/>
            <pc:sldMk cId="2015240726" sldId="273"/>
            <ac:spMk id="11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20:09:31.833" v="1940" actId="26606"/>
          <ac:graphicFrameMkLst>
            <pc:docMk/>
            <pc:sldMk cId="2015240726" sldId="273"/>
            <ac:graphicFrameMk id="5" creationId="{51648179-BA00-7B4B-51F9-943FCD578499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148046116" sldId="274"/>
        </pc:sldMkLst>
        <pc:spChg chg="mod">
          <ac:chgData name="c.briches@yahoo.com" userId="76a98584ee3cdaff" providerId="LiveId" clId="{F7BDE3E3-F74C-5B34-A633-6AC3251309EA}" dt="2026-01-07T20:11:07.811" v="1967" actId="26606"/>
          <ac:spMkLst>
            <pc:docMk/>
            <pc:sldMk cId="2148046116" sldId="274"/>
            <ac:spMk id="2" creationId="{F0C720B1-2B29-124C-29C5-7402A2698149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148046116" sldId="274"/>
            <ac:spMk id="3" creationId="{3C77EFC4-551C-B640-62F7-4EEB3BB15F3A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148046116" sldId="274"/>
            <ac:spMk id="4" creationId="{99A3353E-70CE-EA47-3F2E-D1E547EE311A}"/>
          </ac:spMkLst>
        </pc:spChg>
        <pc:spChg chg="add">
          <ac:chgData name="c.briches@yahoo.com" userId="76a98584ee3cdaff" providerId="LiveId" clId="{F7BDE3E3-F74C-5B34-A633-6AC3251309EA}" dt="2026-01-07T20:11:07.811" v="1967" actId="26606"/>
          <ac:spMkLst>
            <pc:docMk/>
            <pc:sldMk cId="2148046116" sldId="274"/>
            <ac:spMk id="9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20:11:07.811" v="1967" actId="26606"/>
          <ac:spMkLst>
            <pc:docMk/>
            <pc:sldMk cId="2148046116" sldId="274"/>
            <ac:spMk id="11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20:11:07.811" v="1967" actId="26606"/>
          <ac:graphicFrameMkLst>
            <pc:docMk/>
            <pc:sldMk cId="2148046116" sldId="274"/>
            <ac:graphicFrameMk id="5" creationId="{FEF03775-F20F-B1E3-6B66-DFB56A656070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1476238693" sldId="275"/>
        </pc:sldMkLst>
        <pc:spChg chg="mod">
          <ac:chgData name="c.briches@yahoo.com" userId="76a98584ee3cdaff" providerId="LiveId" clId="{F7BDE3E3-F74C-5B34-A633-6AC3251309EA}" dt="2026-01-07T20:12:56.185" v="2000" actId="26606"/>
          <ac:spMkLst>
            <pc:docMk/>
            <pc:sldMk cId="1476238693" sldId="275"/>
            <ac:spMk id="2" creationId="{718F8941-B17F-FB5D-ED42-37FDA2C81378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1476238693" sldId="275"/>
            <ac:spMk id="3" creationId="{E682DDDF-7A4D-C8A2-FCAA-AECFEE378660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1476238693" sldId="275"/>
            <ac:spMk id="4" creationId="{87668DC2-BD74-2707-E27D-37D88D85BCA6}"/>
          </ac:spMkLst>
        </pc:spChg>
        <pc:spChg chg="add">
          <ac:chgData name="c.briches@yahoo.com" userId="76a98584ee3cdaff" providerId="LiveId" clId="{F7BDE3E3-F74C-5B34-A633-6AC3251309EA}" dt="2026-01-07T20:12:56.185" v="2000" actId="26606"/>
          <ac:spMkLst>
            <pc:docMk/>
            <pc:sldMk cId="1476238693" sldId="275"/>
            <ac:spMk id="8" creationId="{907EF6B7-1338-4443-8C46-6A318D952DFD}"/>
          </ac:spMkLst>
        </pc:spChg>
        <pc:spChg chg="add">
          <ac:chgData name="c.briches@yahoo.com" userId="76a98584ee3cdaff" providerId="LiveId" clId="{F7BDE3E3-F74C-5B34-A633-6AC3251309EA}" dt="2026-01-07T20:12:56.185" v="2000" actId="26606"/>
          <ac:spMkLst>
            <pc:docMk/>
            <pc:sldMk cId="1476238693" sldId="275"/>
            <ac:spMk id="15" creationId="{DAAE4CDD-124C-4DCF-9584-B6033B545DD5}"/>
          </ac:spMkLst>
        </pc:spChg>
        <pc:spChg chg="add">
          <ac:chgData name="c.briches@yahoo.com" userId="76a98584ee3cdaff" providerId="LiveId" clId="{F7BDE3E3-F74C-5B34-A633-6AC3251309EA}" dt="2026-01-07T20:12:56.185" v="2000" actId="26606"/>
          <ac:spMkLst>
            <pc:docMk/>
            <pc:sldMk cId="1476238693" sldId="275"/>
            <ac:spMk id="16" creationId="{081E4A58-353D-44AE-B2FC-2A74E2E400F7}"/>
          </ac:spMkLst>
        </pc:spChg>
        <pc:spChg chg="add">
          <ac:chgData name="c.briches@yahoo.com" userId="76a98584ee3cdaff" providerId="LiveId" clId="{F7BDE3E3-F74C-5B34-A633-6AC3251309EA}" dt="2026-01-07T20:12:56.185" v="2000" actId="26606"/>
          <ac:spMkLst>
            <pc:docMk/>
            <pc:sldMk cId="1476238693" sldId="275"/>
            <ac:spMk id="17" creationId="{4B117DF9-5810-A93F-2D1C-18CF838A40E7}"/>
          </ac:spMkLst>
        </pc:sp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83401656" sldId="276"/>
        </pc:sldMkLst>
        <pc:spChg chg="mod">
          <ac:chgData name="c.briches@yahoo.com" userId="76a98584ee3cdaff" providerId="LiveId" clId="{F7BDE3E3-F74C-5B34-A633-6AC3251309EA}" dt="2026-01-07T20:14:36.045" v="2030" actId="26606"/>
          <ac:spMkLst>
            <pc:docMk/>
            <pc:sldMk cId="283401656" sldId="276"/>
            <ac:spMk id="2" creationId="{0D6070DE-93F9-32AE-CAAD-4848127A8019}"/>
          </ac:spMkLst>
        </pc:spChg>
        <pc:spChg chg="mod">
          <ac:chgData name="c.briches@yahoo.com" userId="76a98584ee3cdaff" providerId="LiveId" clId="{F7BDE3E3-F74C-5B34-A633-6AC3251309EA}" dt="2026-01-07T20:14:47.335" v="2031" actId="255"/>
          <ac:spMkLst>
            <pc:docMk/>
            <pc:sldMk cId="283401656" sldId="276"/>
            <ac:spMk id="3" creationId="{DBE66435-83E5-E8B8-ED5B-0C1ABCF7212E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83401656" sldId="276"/>
            <ac:spMk id="4" creationId="{BDEDED8B-3DD7-B4C5-CDA8-D71E77ECD052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83401656" sldId="276"/>
            <ac:spMk id="6" creationId="{334D4205-465A-C8F6-376C-41EEF1297909}"/>
          </ac:spMkLst>
        </pc:spChg>
        <pc:spChg chg="add">
          <ac:chgData name="c.briches@yahoo.com" userId="76a98584ee3cdaff" providerId="LiveId" clId="{F7BDE3E3-F74C-5B34-A633-6AC3251309EA}" dt="2026-01-07T20:14:36.045" v="2030" actId="26606"/>
          <ac:spMkLst>
            <pc:docMk/>
            <pc:sldMk cId="283401656" sldId="276"/>
            <ac:spMk id="9" creationId="{2C61293E-6EBE-43EF-A52C-9BEBFD7679D4}"/>
          </ac:spMkLst>
        </pc:spChg>
        <pc:spChg chg="add">
          <ac:chgData name="c.briches@yahoo.com" userId="76a98584ee3cdaff" providerId="LiveId" clId="{F7BDE3E3-F74C-5B34-A633-6AC3251309EA}" dt="2026-01-07T20:14:36.045" v="2030" actId="26606"/>
          <ac:spMkLst>
            <pc:docMk/>
            <pc:sldMk cId="283401656" sldId="276"/>
            <ac:spMk id="11" creationId="{21540236-BFD5-4A9D-8840-4703E7F76825}"/>
          </ac:spMkLst>
        </pc:spChg>
        <pc:picChg chg="add">
          <ac:chgData name="c.briches@yahoo.com" userId="76a98584ee3cdaff" providerId="LiveId" clId="{F7BDE3E3-F74C-5B34-A633-6AC3251309EA}" dt="2026-01-07T20:14:36.045" v="2030" actId="26606"/>
          <ac:picMkLst>
            <pc:docMk/>
            <pc:sldMk cId="283401656" sldId="276"/>
            <ac:picMk id="5" creationId="{CADBFF45-A07B-5CE0-B490-560DD2ADB39C}"/>
          </ac:picMkLst>
        </pc:pic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977671249" sldId="277"/>
        </pc:sldMkLst>
        <pc:spChg chg="mod">
          <ac:chgData name="c.briches@yahoo.com" userId="76a98584ee3cdaff" providerId="LiveId" clId="{F7BDE3E3-F74C-5B34-A633-6AC3251309EA}" dt="2026-01-07T20:18:34.146" v="2124" actId="26606"/>
          <ac:spMkLst>
            <pc:docMk/>
            <pc:sldMk cId="977671249" sldId="277"/>
            <ac:spMk id="2" creationId="{99FDBA2F-180A-2F36-7B13-76DDEE256458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977671249" sldId="277"/>
            <ac:spMk id="3" creationId="{88941FA1-90BE-2BED-1093-CBB6F1C82B8D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977671249" sldId="277"/>
            <ac:spMk id="4" creationId="{A7DBAE04-7D0A-27F5-6D8B-C3B14E6C5DE4}"/>
          </ac:spMkLst>
        </pc:spChg>
        <pc:spChg chg="add">
          <ac:chgData name="c.briches@yahoo.com" userId="76a98584ee3cdaff" providerId="LiveId" clId="{F7BDE3E3-F74C-5B34-A633-6AC3251309EA}" dt="2026-01-07T20:18:34.146" v="2124" actId="26606"/>
          <ac:spMkLst>
            <pc:docMk/>
            <pc:sldMk cId="977671249" sldId="277"/>
            <ac:spMk id="23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20:18:34.146" v="2124" actId="26606"/>
          <ac:spMkLst>
            <pc:docMk/>
            <pc:sldMk cId="977671249" sldId="277"/>
            <ac:spMk id="25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20:18:34.146" v="2124" actId="26606"/>
          <ac:graphicFrameMkLst>
            <pc:docMk/>
            <pc:sldMk cId="977671249" sldId="277"/>
            <ac:graphicFrameMk id="19" creationId="{25F40E3B-31EA-DFB0-E188-A0583799040F}"/>
          </ac:graphicFrameMkLst>
        </pc:graphicFrameChg>
      </pc:sldChg>
      <pc:sldChg chg="addSp delSp modSp new mod setBg">
        <pc:chgData name="c.briches@yahoo.com" userId="76a98584ee3cdaff" providerId="LiveId" clId="{F7BDE3E3-F74C-5B34-A633-6AC3251309EA}" dt="2026-01-14T19:18:36.151" v="2233"/>
        <pc:sldMkLst>
          <pc:docMk/>
          <pc:sldMk cId="2061620233" sldId="278"/>
        </pc:sldMkLst>
        <pc:spChg chg="mod">
          <ac:chgData name="c.briches@yahoo.com" userId="76a98584ee3cdaff" providerId="LiveId" clId="{F7BDE3E3-F74C-5B34-A633-6AC3251309EA}" dt="2026-01-07T20:18:28.692" v="2123" actId="26606"/>
          <ac:spMkLst>
            <pc:docMk/>
            <pc:sldMk cId="2061620233" sldId="278"/>
            <ac:spMk id="2" creationId="{1CC52347-AC93-CB17-CD88-CA1E49E5D10B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061620233" sldId="278"/>
            <ac:spMk id="3" creationId="{1026335C-5F22-DEA6-0C27-15AABF19D6E6}"/>
          </ac:spMkLst>
        </pc:spChg>
        <pc:spChg chg="add mod">
          <ac:chgData name="c.briches@yahoo.com" userId="76a98584ee3cdaff" providerId="LiveId" clId="{F7BDE3E3-F74C-5B34-A633-6AC3251309EA}" dt="2026-01-14T19:18:36.151" v="2233"/>
          <ac:spMkLst>
            <pc:docMk/>
            <pc:sldMk cId="2061620233" sldId="278"/>
            <ac:spMk id="4" creationId="{91338F26-61C8-3772-07E5-ABB7C47D63B8}"/>
          </ac:spMkLst>
        </pc:spChg>
        <pc:spChg chg="add">
          <ac:chgData name="c.briches@yahoo.com" userId="76a98584ee3cdaff" providerId="LiveId" clId="{F7BDE3E3-F74C-5B34-A633-6AC3251309EA}" dt="2026-01-07T20:18:28.692" v="2123" actId="26606"/>
          <ac:spMkLst>
            <pc:docMk/>
            <pc:sldMk cId="2061620233" sldId="278"/>
            <ac:spMk id="9" creationId="{2E442304-DDBD-4F7B-8017-36BCC863FB40}"/>
          </ac:spMkLst>
        </pc:spChg>
        <pc:spChg chg="add">
          <ac:chgData name="c.briches@yahoo.com" userId="76a98584ee3cdaff" providerId="LiveId" clId="{F7BDE3E3-F74C-5B34-A633-6AC3251309EA}" dt="2026-01-07T20:18:28.692" v="2123" actId="26606"/>
          <ac:spMkLst>
            <pc:docMk/>
            <pc:sldMk cId="2061620233" sldId="278"/>
            <ac:spMk id="11" creationId="{5E107275-3853-46FD-A241-DE4355A42675}"/>
          </ac:spMkLst>
        </pc:spChg>
        <pc:graphicFrameChg chg="add">
          <ac:chgData name="c.briches@yahoo.com" userId="76a98584ee3cdaff" providerId="LiveId" clId="{F7BDE3E3-F74C-5B34-A633-6AC3251309EA}" dt="2026-01-07T20:18:28.692" v="2123" actId="26606"/>
          <ac:graphicFrameMkLst>
            <pc:docMk/>
            <pc:sldMk cId="2061620233" sldId="278"/>
            <ac:graphicFrameMk id="5" creationId="{6F4E7A96-4BE4-3E72-228B-205770FD557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04382A-D53F-4AD5-AE45-38DE48B0167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142859-4CC6-4268-9A1B-52F197D74920}">
      <dgm:prSet/>
      <dgm:spPr/>
      <dgm:t>
        <a:bodyPr/>
        <a:lstStyle/>
        <a:p>
          <a:r>
            <a:rPr lang="en-US"/>
            <a:t>Demonstration of the Project</a:t>
          </a:r>
        </a:p>
      </dgm:t>
    </dgm:pt>
    <dgm:pt modelId="{C5014920-BDD2-445E-996B-77EC12292332}" type="parTrans" cxnId="{DB93D539-52D5-4D23-AF6F-8D948A8F7A1A}">
      <dgm:prSet/>
      <dgm:spPr/>
      <dgm:t>
        <a:bodyPr/>
        <a:lstStyle/>
        <a:p>
          <a:endParaRPr lang="en-US"/>
        </a:p>
      </dgm:t>
    </dgm:pt>
    <dgm:pt modelId="{5D995FB0-BBA4-473F-830E-0E56C9FD2BA5}" type="sibTrans" cxnId="{DB93D539-52D5-4D23-AF6F-8D948A8F7A1A}">
      <dgm:prSet/>
      <dgm:spPr/>
      <dgm:t>
        <a:bodyPr/>
        <a:lstStyle/>
        <a:p>
          <a:endParaRPr lang="en-US"/>
        </a:p>
      </dgm:t>
    </dgm:pt>
    <dgm:pt modelId="{60584E61-E030-403C-8C83-B0E1338E1236}">
      <dgm:prSet/>
      <dgm:spPr/>
      <dgm:t>
        <a:bodyPr/>
        <a:lstStyle/>
        <a:p>
          <a:r>
            <a:rPr lang="en-US"/>
            <a:t>The key features and functionalities of the system</a:t>
          </a:r>
        </a:p>
      </dgm:t>
    </dgm:pt>
    <dgm:pt modelId="{2EE22450-9316-4649-BF59-3E39B8954BA8}" type="parTrans" cxnId="{CA7F7380-F4A6-4CD6-A527-F5101EA855E6}">
      <dgm:prSet/>
      <dgm:spPr/>
      <dgm:t>
        <a:bodyPr/>
        <a:lstStyle/>
        <a:p>
          <a:endParaRPr lang="en-US"/>
        </a:p>
      </dgm:t>
    </dgm:pt>
    <dgm:pt modelId="{E721D049-BD55-4C42-B9C0-44ECB077BA89}" type="sibTrans" cxnId="{CA7F7380-F4A6-4CD6-A527-F5101EA855E6}">
      <dgm:prSet/>
      <dgm:spPr/>
      <dgm:t>
        <a:bodyPr/>
        <a:lstStyle/>
        <a:p>
          <a:endParaRPr lang="en-US"/>
        </a:p>
      </dgm:t>
    </dgm:pt>
    <dgm:pt modelId="{ABF30CEF-61FA-4A82-941C-B0DD62AAFBE0}">
      <dgm:prSet/>
      <dgm:spPr/>
      <dgm:t>
        <a:bodyPr/>
        <a:lstStyle/>
        <a:p>
          <a:r>
            <a:rPr lang="en-US" dirty="0"/>
            <a:t>The OOP concepts relevant to this Project</a:t>
          </a:r>
        </a:p>
      </dgm:t>
    </dgm:pt>
    <dgm:pt modelId="{F9D6AAAA-221E-427E-B3E5-40799A8595D5}" type="parTrans" cxnId="{B74D8852-7AFE-4517-80BC-335AD9F2FD4D}">
      <dgm:prSet/>
      <dgm:spPr/>
      <dgm:t>
        <a:bodyPr/>
        <a:lstStyle/>
        <a:p>
          <a:endParaRPr lang="en-US"/>
        </a:p>
      </dgm:t>
    </dgm:pt>
    <dgm:pt modelId="{B9F2A24E-4B7B-46B4-9341-FB74ED582D6B}" type="sibTrans" cxnId="{B74D8852-7AFE-4517-80BC-335AD9F2FD4D}">
      <dgm:prSet/>
      <dgm:spPr/>
      <dgm:t>
        <a:bodyPr/>
        <a:lstStyle/>
        <a:p>
          <a:endParaRPr lang="en-US"/>
        </a:p>
      </dgm:t>
    </dgm:pt>
    <dgm:pt modelId="{FEC80D00-D9B1-440E-A8ED-02B11FA5739E}">
      <dgm:prSet/>
      <dgm:spPr/>
      <dgm:t>
        <a:bodyPr/>
        <a:lstStyle/>
        <a:p>
          <a:r>
            <a:rPr lang="en-US"/>
            <a:t>Validate the requirements(inputs/outputs)</a:t>
          </a:r>
        </a:p>
      </dgm:t>
    </dgm:pt>
    <dgm:pt modelId="{979145BD-3C28-44FB-9EAD-2146EEE1E638}" type="parTrans" cxnId="{049AD6DC-8D32-4E70-92DE-E49E569E8D0B}">
      <dgm:prSet/>
      <dgm:spPr/>
      <dgm:t>
        <a:bodyPr/>
        <a:lstStyle/>
        <a:p>
          <a:endParaRPr lang="en-US"/>
        </a:p>
      </dgm:t>
    </dgm:pt>
    <dgm:pt modelId="{B851D52C-6846-4BB7-B746-A0E3024D34D6}" type="sibTrans" cxnId="{049AD6DC-8D32-4E70-92DE-E49E569E8D0B}">
      <dgm:prSet/>
      <dgm:spPr/>
      <dgm:t>
        <a:bodyPr/>
        <a:lstStyle/>
        <a:p>
          <a:endParaRPr lang="en-US"/>
        </a:p>
      </dgm:t>
    </dgm:pt>
    <dgm:pt modelId="{93DBB901-841A-4721-AC64-475F2495B838}">
      <dgm:prSet/>
      <dgm:spPr/>
      <dgm:t>
        <a:bodyPr/>
        <a:lstStyle/>
        <a:p>
          <a:r>
            <a:rPr lang="en-US"/>
            <a:t>The system structure</a:t>
          </a:r>
        </a:p>
      </dgm:t>
    </dgm:pt>
    <dgm:pt modelId="{A5AAA171-E7AF-4C50-836E-1E08BFCDD85C}" type="parTrans" cxnId="{67ECB465-2E16-4829-8612-E264A92821FF}">
      <dgm:prSet/>
      <dgm:spPr/>
      <dgm:t>
        <a:bodyPr/>
        <a:lstStyle/>
        <a:p>
          <a:endParaRPr lang="en-US"/>
        </a:p>
      </dgm:t>
    </dgm:pt>
    <dgm:pt modelId="{D4D6BF52-6C9C-44E0-BAED-AF7EE75A32C6}" type="sibTrans" cxnId="{67ECB465-2E16-4829-8612-E264A92821FF}">
      <dgm:prSet/>
      <dgm:spPr/>
      <dgm:t>
        <a:bodyPr/>
        <a:lstStyle/>
        <a:p>
          <a:endParaRPr lang="en-US"/>
        </a:p>
      </dgm:t>
    </dgm:pt>
    <dgm:pt modelId="{58DB427F-2B38-4908-B1A7-2A3080460144}">
      <dgm:prSet/>
      <dgm:spPr/>
      <dgm:t>
        <a:bodyPr/>
        <a:lstStyle/>
        <a:p>
          <a:r>
            <a:rPr lang="en-US"/>
            <a:t>System behaviour</a:t>
          </a:r>
        </a:p>
      </dgm:t>
    </dgm:pt>
    <dgm:pt modelId="{09DD94C7-8D95-48F1-A7A0-02C207BA3DFB}" type="parTrans" cxnId="{51AE9332-2332-4D66-B649-D03C0E96CE5A}">
      <dgm:prSet/>
      <dgm:spPr/>
      <dgm:t>
        <a:bodyPr/>
        <a:lstStyle/>
        <a:p>
          <a:endParaRPr lang="en-US"/>
        </a:p>
      </dgm:t>
    </dgm:pt>
    <dgm:pt modelId="{D49EA288-BEC5-4DB7-8E07-B4A69929C2EF}" type="sibTrans" cxnId="{51AE9332-2332-4D66-B649-D03C0E96CE5A}">
      <dgm:prSet/>
      <dgm:spPr/>
      <dgm:t>
        <a:bodyPr/>
        <a:lstStyle/>
        <a:p>
          <a:endParaRPr lang="en-US"/>
        </a:p>
      </dgm:t>
    </dgm:pt>
    <dgm:pt modelId="{C48DB394-37C5-41FA-852C-4ADE90EBC58D}">
      <dgm:prSet/>
      <dgm:spPr/>
      <dgm:t>
        <a:bodyPr/>
        <a:lstStyle/>
        <a:p>
          <a:r>
            <a:rPr lang="en-US"/>
            <a:t>System interactions</a:t>
          </a:r>
        </a:p>
      </dgm:t>
    </dgm:pt>
    <dgm:pt modelId="{FC54956E-1CFC-4528-B957-A7621D6BC3D4}" type="parTrans" cxnId="{43E8D4A8-A5C1-414B-B1D8-E7746D32F73E}">
      <dgm:prSet/>
      <dgm:spPr/>
      <dgm:t>
        <a:bodyPr/>
        <a:lstStyle/>
        <a:p>
          <a:endParaRPr lang="en-US"/>
        </a:p>
      </dgm:t>
    </dgm:pt>
    <dgm:pt modelId="{BC9E9BE3-E2DB-4F09-B869-ECC9EA752577}" type="sibTrans" cxnId="{43E8D4A8-A5C1-414B-B1D8-E7746D32F73E}">
      <dgm:prSet/>
      <dgm:spPr/>
      <dgm:t>
        <a:bodyPr/>
        <a:lstStyle/>
        <a:p>
          <a:endParaRPr lang="en-US"/>
        </a:p>
      </dgm:t>
    </dgm:pt>
    <dgm:pt modelId="{0872EFF7-3E40-456E-BE74-2F224ED2CA4F}">
      <dgm:prSet/>
      <dgm:spPr/>
      <dgm:t>
        <a:bodyPr/>
        <a:lstStyle/>
        <a:p>
          <a:r>
            <a:rPr lang="en-US"/>
            <a:t>Challenges/ Errors</a:t>
          </a:r>
        </a:p>
      </dgm:t>
    </dgm:pt>
    <dgm:pt modelId="{0108C80F-6052-4814-83E4-9E7C3CDBA281}" type="parTrans" cxnId="{1A1B2D53-D24F-4A19-B0B1-2025A985748E}">
      <dgm:prSet/>
      <dgm:spPr/>
      <dgm:t>
        <a:bodyPr/>
        <a:lstStyle/>
        <a:p>
          <a:endParaRPr lang="en-US"/>
        </a:p>
      </dgm:t>
    </dgm:pt>
    <dgm:pt modelId="{9CFC6FE5-EF56-42D6-9D49-D9388A0D40B0}" type="sibTrans" cxnId="{1A1B2D53-D24F-4A19-B0B1-2025A985748E}">
      <dgm:prSet/>
      <dgm:spPr/>
      <dgm:t>
        <a:bodyPr/>
        <a:lstStyle/>
        <a:p>
          <a:endParaRPr lang="en-US"/>
        </a:p>
      </dgm:t>
    </dgm:pt>
    <dgm:pt modelId="{496F0211-FDC9-40E0-80C7-D3286F66A7A0}">
      <dgm:prSet/>
      <dgm:spPr/>
      <dgm:t>
        <a:bodyPr/>
        <a:lstStyle/>
        <a:p>
          <a:r>
            <a:rPr lang="en-US"/>
            <a:t>Solutions</a:t>
          </a:r>
        </a:p>
      </dgm:t>
    </dgm:pt>
    <dgm:pt modelId="{5CF3926C-4DF9-43F8-96EF-8D273EF4002A}" type="parTrans" cxnId="{7AD9B61E-FFBD-47D8-B608-963BB4F6BBDE}">
      <dgm:prSet/>
      <dgm:spPr/>
      <dgm:t>
        <a:bodyPr/>
        <a:lstStyle/>
        <a:p>
          <a:endParaRPr lang="en-US"/>
        </a:p>
      </dgm:t>
    </dgm:pt>
    <dgm:pt modelId="{C0C1CA03-7DDA-4847-939A-5B545A7724AC}" type="sibTrans" cxnId="{7AD9B61E-FFBD-47D8-B608-963BB4F6BBDE}">
      <dgm:prSet/>
      <dgm:spPr/>
      <dgm:t>
        <a:bodyPr/>
        <a:lstStyle/>
        <a:p>
          <a:endParaRPr lang="en-US"/>
        </a:p>
      </dgm:t>
    </dgm:pt>
    <dgm:pt modelId="{E11918BB-9D17-4646-A3A5-25ED5C8A2859}">
      <dgm:prSet/>
      <dgm:spPr/>
      <dgm:t>
        <a:bodyPr/>
        <a:lstStyle/>
        <a:p>
          <a:r>
            <a:rPr lang="en-US"/>
            <a:t>Personal Reflection</a:t>
          </a:r>
        </a:p>
      </dgm:t>
    </dgm:pt>
    <dgm:pt modelId="{E22EF18D-9B6F-433B-9BA0-AD440BFDC004}" type="parTrans" cxnId="{18CB8FED-6A18-45C5-9D82-19DA4A6CDDA3}">
      <dgm:prSet/>
      <dgm:spPr/>
      <dgm:t>
        <a:bodyPr/>
        <a:lstStyle/>
        <a:p>
          <a:endParaRPr lang="en-US"/>
        </a:p>
      </dgm:t>
    </dgm:pt>
    <dgm:pt modelId="{93CF0DE5-4B48-4243-AA09-A7699F18CF1D}" type="sibTrans" cxnId="{18CB8FED-6A18-45C5-9D82-19DA4A6CDDA3}">
      <dgm:prSet/>
      <dgm:spPr/>
      <dgm:t>
        <a:bodyPr/>
        <a:lstStyle/>
        <a:p>
          <a:endParaRPr lang="en-US"/>
        </a:p>
      </dgm:t>
    </dgm:pt>
    <dgm:pt modelId="{83437A36-76F7-4FEA-883B-E240E1662409}">
      <dgm:prSet/>
      <dgm:spPr/>
      <dgm:t>
        <a:bodyPr/>
        <a:lstStyle/>
        <a:p>
          <a:r>
            <a:rPr lang="en-US"/>
            <a:t>Q/A</a:t>
          </a:r>
        </a:p>
      </dgm:t>
    </dgm:pt>
    <dgm:pt modelId="{8E8883F4-5D6F-418C-B250-FA0B6147A3A8}" type="parTrans" cxnId="{B6E4A0C3-6E32-4F05-AC2C-5454B45D9684}">
      <dgm:prSet/>
      <dgm:spPr/>
      <dgm:t>
        <a:bodyPr/>
        <a:lstStyle/>
        <a:p>
          <a:endParaRPr lang="en-US"/>
        </a:p>
      </dgm:t>
    </dgm:pt>
    <dgm:pt modelId="{4EC35048-BCC6-42B7-8F0F-3A729A13416A}" type="sibTrans" cxnId="{B6E4A0C3-6E32-4F05-AC2C-5454B45D9684}">
      <dgm:prSet/>
      <dgm:spPr/>
      <dgm:t>
        <a:bodyPr/>
        <a:lstStyle/>
        <a:p>
          <a:endParaRPr lang="en-US"/>
        </a:p>
      </dgm:t>
    </dgm:pt>
    <dgm:pt modelId="{3A80C314-5893-45E3-9413-A796016B83CE}">
      <dgm:prSet/>
      <dgm:spPr/>
      <dgm:t>
        <a:bodyPr/>
        <a:lstStyle/>
        <a:p>
          <a:r>
            <a:rPr lang="en-US"/>
            <a:t>References</a:t>
          </a:r>
        </a:p>
      </dgm:t>
    </dgm:pt>
    <dgm:pt modelId="{94877242-1356-44FD-B9C7-AD4E0137BDB4}" type="parTrans" cxnId="{FCA38619-7E85-4002-9A7E-0895F4E8A3CF}">
      <dgm:prSet/>
      <dgm:spPr/>
      <dgm:t>
        <a:bodyPr/>
        <a:lstStyle/>
        <a:p>
          <a:endParaRPr lang="en-US"/>
        </a:p>
      </dgm:t>
    </dgm:pt>
    <dgm:pt modelId="{0ED53B0E-7957-4E5F-BDB6-F3FE451E445D}" type="sibTrans" cxnId="{FCA38619-7E85-4002-9A7E-0895F4E8A3CF}">
      <dgm:prSet/>
      <dgm:spPr/>
      <dgm:t>
        <a:bodyPr/>
        <a:lstStyle/>
        <a:p>
          <a:endParaRPr lang="en-US"/>
        </a:p>
      </dgm:t>
    </dgm:pt>
    <dgm:pt modelId="{47FC15DA-83DD-A646-804B-1F0957AE03D0}" type="pres">
      <dgm:prSet presAssocID="{1004382A-D53F-4AD5-AE45-38DE48B01674}" presName="vert0" presStyleCnt="0">
        <dgm:presLayoutVars>
          <dgm:dir/>
          <dgm:animOne val="branch"/>
          <dgm:animLvl val="lvl"/>
        </dgm:presLayoutVars>
      </dgm:prSet>
      <dgm:spPr/>
    </dgm:pt>
    <dgm:pt modelId="{3E92CAF4-0779-4E4F-87DA-312E131114FD}" type="pres">
      <dgm:prSet presAssocID="{92142859-4CC6-4268-9A1B-52F197D74920}" presName="thickLine" presStyleLbl="alignNode1" presStyleIdx="0" presStyleCnt="12"/>
      <dgm:spPr/>
    </dgm:pt>
    <dgm:pt modelId="{4AFFEEE6-E7D8-714A-9D31-7B69A9227C11}" type="pres">
      <dgm:prSet presAssocID="{92142859-4CC6-4268-9A1B-52F197D74920}" presName="horz1" presStyleCnt="0"/>
      <dgm:spPr/>
    </dgm:pt>
    <dgm:pt modelId="{F286B2EE-62EB-3B41-8A84-291C68F4CBE4}" type="pres">
      <dgm:prSet presAssocID="{92142859-4CC6-4268-9A1B-52F197D74920}" presName="tx1" presStyleLbl="revTx" presStyleIdx="0" presStyleCnt="12"/>
      <dgm:spPr/>
    </dgm:pt>
    <dgm:pt modelId="{2823C3C1-0351-1E4C-B0A2-2C73648349B5}" type="pres">
      <dgm:prSet presAssocID="{92142859-4CC6-4268-9A1B-52F197D74920}" presName="vert1" presStyleCnt="0"/>
      <dgm:spPr/>
    </dgm:pt>
    <dgm:pt modelId="{90C88376-2E42-5841-B147-23224FF66643}" type="pres">
      <dgm:prSet presAssocID="{60584E61-E030-403C-8C83-B0E1338E1236}" presName="thickLine" presStyleLbl="alignNode1" presStyleIdx="1" presStyleCnt="12"/>
      <dgm:spPr/>
    </dgm:pt>
    <dgm:pt modelId="{9F899908-EC88-F544-ADDB-AD35B4DB7EC5}" type="pres">
      <dgm:prSet presAssocID="{60584E61-E030-403C-8C83-B0E1338E1236}" presName="horz1" presStyleCnt="0"/>
      <dgm:spPr/>
    </dgm:pt>
    <dgm:pt modelId="{F8C0371F-CBDB-2F46-8936-F4C3AFE1026F}" type="pres">
      <dgm:prSet presAssocID="{60584E61-E030-403C-8C83-B0E1338E1236}" presName="tx1" presStyleLbl="revTx" presStyleIdx="1" presStyleCnt="12"/>
      <dgm:spPr/>
    </dgm:pt>
    <dgm:pt modelId="{C7E60875-BE84-0741-9017-008659BFF9A9}" type="pres">
      <dgm:prSet presAssocID="{60584E61-E030-403C-8C83-B0E1338E1236}" presName="vert1" presStyleCnt="0"/>
      <dgm:spPr/>
    </dgm:pt>
    <dgm:pt modelId="{2B88D07F-9137-0149-8995-95896B861F00}" type="pres">
      <dgm:prSet presAssocID="{ABF30CEF-61FA-4A82-941C-B0DD62AAFBE0}" presName="thickLine" presStyleLbl="alignNode1" presStyleIdx="2" presStyleCnt="12"/>
      <dgm:spPr/>
    </dgm:pt>
    <dgm:pt modelId="{C74FF309-0AE3-DC49-8851-06E10FEBA856}" type="pres">
      <dgm:prSet presAssocID="{ABF30CEF-61FA-4A82-941C-B0DD62AAFBE0}" presName="horz1" presStyleCnt="0"/>
      <dgm:spPr/>
    </dgm:pt>
    <dgm:pt modelId="{2712009E-3C4A-C14A-B2E9-5D0FD6A09A75}" type="pres">
      <dgm:prSet presAssocID="{ABF30CEF-61FA-4A82-941C-B0DD62AAFBE0}" presName="tx1" presStyleLbl="revTx" presStyleIdx="2" presStyleCnt="12"/>
      <dgm:spPr/>
    </dgm:pt>
    <dgm:pt modelId="{D1A83ABA-870D-F444-88AA-29C701CCDE51}" type="pres">
      <dgm:prSet presAssocID="{ABF30CEF-61FA-4A82-941C-B0DD62AAFBE0}" presName="vert1" presStyleCnt="0"/>
      <dgm:spPr/>
    </dgm:pt>
    <dgm:pt modelId="{DB95478C-21F3-9C4E-A918-7BE7574A87C8}" type="pres">
      <dgm:prSet presAssocID="{FEC80D00-D9B1-440E-A8ED-02B11FA5739E}" presName="thickLine" presStyleLbl="alignNode1" presStyleIdx="3" presStyleCnt="12"/>
      <dgm:spPr/>
    </dgm:pt>
    <dgm:pt modelId="{A190DFE6-982C-E947-A0E3-FFDFA129F85D}" type="pres">
      <dgm:prSet presAssocID="{FEC80D00-D9B1-440E-A8ED-02B11FA5739E}" presName="horz1" presStyleCnt="0"/>
      <dgm:spPr/>
    </dgm:pt>
    <dgm:pt modelId="{773D785A-564C-434F-9A1F-2547B7A4A7B7}" type="pres">
      <dgm:prSet presAssocID="{FEC80D00-D9B1-440E-A8ED-02B11FA5739E}" presName="tx1" presStyleLbl="revTx" presStyleIdx="3" presStyleCnt="12"/>
      <dgm:spPr/>
    </dgm:pt>
    <dgm:pt modelId="{BCDA498A-5B4D-B747-9CF2-7F3EDA9EE580}" type="pres">
      <dgm:prSet presAssocID="{FEC80D00-D9B1-440E-A8ED-02B11FA5739E}" presName="vert1" presStyleCnt="0"/>
      <dgm:spPr/>
    </dgm:pt>
    <dgm:pt modelId="{6CF3AFC2-236D-6C45-8FE3-9083780352D8}" type="pres">
      <dgm:prSet presAssocID="{93DBB901-841A-4721-AC64-475F2495B838}" presName="thickLine" presStyleLbl="alignNode1" presStyleIdx="4" presStyleCnt="12"/>
      <dgm:spPr/>
    </dgm:pt>
    <dgm:pt modelId="{6BA49E66-5526-0B45-ABF3-D823F34659D7}" type="pres">
      <dgm:prSet presAssocID="{93DBB901-841A-4721-AC64-475F2495B838}" presName="horz1" presStyleCnt="0"/>
      <dgm:spPr/>
    </dgm:pt>
    <dgm:pt modelId="{1DC48EE7-DF5B-9544-A4CF-E72BDE3ABF2A}" type="pres">
      <dgm:prSet presAssocID="{93DBB901-841A-4721-AC64-475F2495B838}" presName="tx1" presStyleLbl="revTx" presStyleIdx="4" presStyleCnt="12"/>
      <dgm:spPr/>
    </dgm:pt>
    <dgm:pt modelId="{C5CD03AF-723F-4541-90C2-5F1A07C777C7}" type="pres">
      <dgm:prSet presAssocID="{93DBB901-841A-4721-AC64-475F2495B838}" presName="vert1" presStyleCnt="0"/>
      <dgm:spPr/>
    </dgm:pt>
    <dgm:pt modelId="{EE5330D0-4432-4546-8ACD-FD8479A0BFAF}" type="pres">
      <dgm:prSet presAssocID="{58DB427F-2B38-4908-B1A7-2A3080460144}" presName="thickLine" presStyleLbl="alignNode1" presStyleIdx="5" presStyleCnt="12"/>
      <dgm:spPr/>
    </dgm:pt>
    <dgm:pt modelId="{0997343E-967C-EE4C-BD34-15C0DA501067}" type="pres">
      <dgm:prSet presAssocID="{58DB427F-2B38-4908-B1A7-2A3080460144}" presName="horz1" presStyleCnt="0"/>
      <dgm:spPr/>
    </dgm:pt>
    <dgm:pt modelId="{2E246148-8406-2140-B350-534CA79A4650}" type="pres">
      <dgm:prSet presAssocID="{58DB427F-2B38-4908-B1A7-2A3080460144}" presName="tx1" presStyleLbl="revTx" presStyleIdx="5" presStyleCnt="12"/>
      <dgm:spPr/>
    </dgm:pt>
    <dgm:pt modelId="{226866BE-501C-1041-B6C9-5776C1B2A805}" type="pres">
      <dgm:prSet presAssocID="{58DB427F-2B38-4908-B1A7-2A3080460144}" presName="vert1" presStyleCnt="0"/>
      <dgm:spPr/>
    </dgm:pt>
    <dgm:pt modelId="{BA17E72A-E401-6146-A8AD-52C855326A97}" type="pres">
      <dgm:prSet presAssocID="{C48DB394-37C5-41FA-852C-4ADE90EBC58D}" presName="thickLine" presStyleLbl="alignNode1" presStyleIdx="6" presStyleCnt="12"/>
      <dgm:spPr/>
    </dgm:pt>
    <dgm:pt modelId="{E9935804-EC6F-BB4B-B929-C1171E9FBAE9}" type="pres">
      <dgm:prSet presAssocID="{C48DB394-37C5-41FA-852C-4ADE90EBC58D}" presName="horz1" presStyleCnt="0"/>
      <dgm:spPr/>
    </dgm:pt>
    <dgm:pt modelId="{E907163A-635F-A743-B1FA-47270E0665A8}" type="pres">
      <dgm:prSet presAssocID="{C48DB394-37C5-41FA-852C-4ADE90EBC58D}" presName="tx1" presStyleLbl="revTx" presStyleIdx="6" presStyleCnt="12"/>
      <dgm:spPr/>
    </dgm:pt>
    <dgm:pt modelId="{A745C194-AA16-9C43-A431-12AE15D8D9A4}" type="pres">
      <dgm:prSet presAssocID="{C48DB394-37C5-41FA-852C-4ADE90EBC58D}" presName="vert1" presStyleCnt="0"/>
      <dgm:spPr/>
    </dgm:pt>
    <dgm:pt modelId="{9D7F82A4-6FE3-1645-856E-7A242DAB6A8A}" type="pres">
      <dgm:prSet presAssocID="{0872EFF7-3E40-456E-BE74-2F224ED2CA4F}" presName="thickLine" presStyleLbl="alignNode1" presStyleIdx="7" presStyleCnt="12"/>
      <dgm:spPr/>
    </dgm:pt>
    <dgm:pt modelId="{F11A7F1B-6CED-5C43-AC54-24331C81E89D}" type="pres">
      <dgm:prSet presAssocID="{0872EFF7-3E40-456E-BE74-2F224ED2CA4F}" presName="horz1" presStyleCnt="0"/>
      <dgm:spPr/>
    </dgm:pt>
    <dgm:pt modelId="{C7BE65AF-1840-0047-A52F-75CA2CB07BD3}" type="pres">
      <dgm:prSet presAssocID="{0872EFF7-3E40-456E-BE74-2F224ED2CA4F}" presName="tx1" presStyleLbl="revTx" presStyleIdx="7" presStyleCnt="12"/>
      <dgm:spPr/>
    </dgm:pt>
    <dgm:pt modelId="{4261CC74-7247-5A49-8E2E-992D29D64457}" type="pres">
      <dgm:prSet presAssocID="{0872EFF7-3E40-456E-BE74-2F224ED2CA4F}" presName="vert1" presStyleCnt="0"/>
      <dgm:spPr/>
    </dgm:pt>
    <dgm:pt modelId="{7F2FB1A9-50D6-D24D-9F75-AD75D904B29F}" type="pres">
      <dgm:prSet presAssocID="{496F0211-FDC9-40E0-80C7-D3286F66A7A0}" presName="thickLine" presStyleLbl="alignNode1" presStyleIdx="8" presStyleCnt="12"/>
      <dgm:spPr/>
    </dgm:pt>
    <dgm:pt modelId="{E4D038E0-BE80-844C-A234-9122D76D5627}" type="pres">
      <dgm:prSet presAssocID="{496F0211-FDC9-40E0-80C7-D3286F66A7A0}" presName="horz1" presStyleCnt="0"/>
      <dgm:spPr/>
    </dgm:pt>
    <dgm:pt modelId="{6909A0E9-CE24-AC4D-9F87-1A47F5DDCCF8}" type="pres">
      <dgm:prSet presAssocID="{496F0211-FDC9-40E0-80C7-D3286F66A7A0}" presName="tx1" presStyleLbl="revTx" presStyleIdx="8" presStyleCnt="12"/>
      <dgm:spPr/>
    </dgm:pt>
    <dgm:pt modelId="{A30EC09F-6BA5-9E4E-AF62-36A7D1D0AABB}" type="pres">
      <dgm:prSet presAssocID="{496F0211-FDC9-40E0-80C7-D3286F66A7A0}" presName="vert1" presStyleCnt="0"/>
      <dgm:spPr/>
    </dgm:pt>
    <dgm:pt modelId="{A0BF3CB8-0FDF-6849-A926-5F304CB911B8}" type="pres">
      <dgm:prSet presAssocID="{E11918BB-9D17-4646-A3A5-25ED5C8A2859}" presName="thickLine" presStyleLbl="alignNode1" presStyleIdx="9" presStyleCnt="12"/>
      <dgm:spPr/>
    </dgm:pt>
    <dgm:pt modelId="{E68FB6DD-9232-1243-B022-4C10AE92E88A}" type="pres">
      <dgm:prSet presAssocID="{E11918BB-9D17-4646-A3A5-25ED5C8A2859}" presName="horz1" presStyleCnt="0"/>
      <dgm:spPr/>
    </dgm:pt>
    <dgm:pt modelId="{01284240-E6A5-654F-B288-CA6DDC531BDA}" type="pres">
      <dgm:prSet presAssocID="{E11918BB-9D17-4646-A3A5-25ED5C8A2859}" presName="tx1" presStyleLbl="revTx" presStyleIdx="9" presStyleCnt="12"/>
      <dgm:spPr/>
    </dgm:pt>
    <dgm:pt modelId="{42D3A22F-EB9C-9543-9D97-4E384050F00B}" type="pres">
      <dgm:prSet presAssocID="{E11918BB-9D17-4646-A3A5-25ED5C8A2859}" presName="vert1" presStyleCnt="0"/>
      <dgm:spPr/>
    </dgm:pt>
    <dgm:pt modelId="{D39AEE6A-1A8F-4A4F-83AC-18275142A39E}" type="pres">
      <dgm:prSet presAssocID="{83437A36-76F7-4FEA-883B-E240E1662409}" presName="thickLine" presStyleLbl="alignNode1" presStyleIdx="10" presStyleCnt="12"/>
      <dgm:spPr/>
    </dgm:pt>
    <dgm:pt modelId="{4C8DB3D9-5AF4-394F-AF7B-394B844135C5}" type="pres">
      <dgm:prSet presAssocID="{83437A36-76F7-4FEA-883B-E240E1662409}" presName="horz1" presStyleCnt="0"/>
      <dgm:spPr/>
    </dgm:pt>
    <dgm:pt modelId="{28CEC401-B0D8-F541-992A-C47626F18E96}" type="pres">
      <dgm:prSet presAssocID="{83437A36-76F7-4FEA-883B-E240E1662409}" presName="tx1" presStyleLbl="revTx" presStyleIdx="10" presStyleCnt="12"/>
      <dgm:spPr/>
    </dgm:pt>
    <dgm:pt modelId="{9036B666-728C-B24E-B0C7-7CC9F3244A90}" type="pres">
      <dgm:prSet presAssocID="{83437A36-76F7-4FEA-883B-E240E1662409}" presName="vert1" presStyleCnt="0"/>
      <dgm:spPr/>
    </dgm:pt>
    <dgm:pt modelId="{4AE36A04-8BFA-1047-89EE-AD48647CA7C6}" type="pres">
      <dgm:prSet presAssocID="{3A80C314-5893-45E3-9413-A796016B83CE}" presName="thickLine" presStyleLbl="alignNode1" presStyleIdx="11" presStyleCnt="12"/>
      <dgm:spPr/>
    </dgm:pt>
    <dgm:pt modelId="{691FB685-F737-7C45-B868-E31C3144034D}" type="pres">
      <dgm:prSet presAssocID="{3A80C314-5893-45E3-9413-A796016B83CE}" presName="horz1" presStyleCnt="0"/>
      <dgm:spPr/>
    </dgm:pt>
    <dgm:pt modelId="{C725AA57-553F-E941-AC76-38994CD5EF05}" type="pres">
      <dgm:prSet presAssocID="{3A80C314-5893-45E3-9413-A796016B83CE}" presName="tx1" presStyleLbl="revTx" presStyleIdx="11" presStyleCnt="12"/>
      <dgm:spPr/>
    </dgm:pt>
    <dgm:pt modelId="{D459DFA9-1846-CF4B-9D7A-34A7929E9025}" type="pres">
      <dgm:prSet presAssocID="{3A80C314-5893-45E3-9413-A796016B83CE}" presName="vert1" presStyleCnt="0"/>
      <dgm:spPr/>
    </dgm:pt>
  </dgm:ptLst>
  <dgm:cxnLst>
    <dgm:cxn modelId="{85413D0A-11D6-3A43-A9C5-B7AD9D49FA70}" type="presOf" srcId="{83437A36-76F7-4FEA-883B-E240E1662409}" destId="{28CEC401-B0D8-F541-992A-C47626F18E96}" srcOrd="0" destOrd="0" presId="urn:microsoft.com/office/officeart/2008/layout/LinedList"/>
    <dgm:cxn modelId="{FCA38619-7E85-4002-9A7E-0895F4E8A3CF}" srcId="{1004382A-D53F-4AD5-AE45-38DE48B01674}" destId="{3A80C314-5893-45E3-9413-A796016B83CE}" srcOrd="11" destOrd="0" parTransId="{94877242-1356-44FD-B9C7-AD4E0137BDB4}" sibTransId="{0ED53B0E-7957-4E5F-BDB6-F3FE451E445D}"/>
    <dgm:cxn modelId="{CF00D61D-7574-4243-862D-AC2AC07FAEFE}" type="presOf" srcId="{E11918BB-9D17-4646-A3A5-25ED5C8A2859}" destId="{01284240-E6A5-654F-B288-CA6DDC531BDA}" srcOrd="0" destOrd="0" presId="urn:microsoft.com/office/officeart/2008/layout/LinedList"/>
    <dgm:cxn modelId="{7AD9B61E-FFBD-47D8-B608-963BB4F6BBDE}" srcId="{1004382A-D53F-4AD5-AE45-38DE48B01674}" destId="{496F0211-FDC9-40E0-80C7-D3286F66A7A0}" srcOrd="8" destOrd="0" parTransId="{5CF3926C-4DF9-43F8-96EF-8D273EF4002A}" sibTransId="{C0C1CA03-7DDA-4847-939A-5B545A7724AC}"/>
    <dgm:cxn modelId="{51AE9332-2332-4D66-B649-D03C0E96CE5A}" srcId="{1004382A-D53F-4AD5-AE45-38DE48B01674}" destId="{58DB427F-2B38-4908-B1A7-2A3080460144}" srcOrd="5" destOrd="0" parTransId="{09DD94C7-8D95-48F1-A7A0-02C207BA3DFB}" sibTransId="{D49EA288-BEC5-4DB7-8E07-B4A69929C2EF}"/>
    <dgm:cxn modelId="{DB93D539-52D5-4D23-AF6F-8D948A8F7A1A}" srcId="{1004382A-D53F-4AD5-AE45-38DE48B01674}" destId="{92142859-4CC6-4268-9A1B-52F197D74920}" srcOrd="0" destOrd="0" parTransId="{C5014920-BDD2-445E-996B-77EC12292332}" sibTransId="{5D995FB0-BBA4-473F-830E-0E56C9FD2BA5}"/>
    <dgm:cxn modelId="{7B70963C-5074-4B43-A346-D503B1340AE6}" type="presOf" srcId="{60584E61-E030-403C-8C83-B0E1338E1236}" destId="{F8C0371F-CBDB-2F46-8936-F4C3AFE1026F}" srcOrd="0" destOrd="0" presId="urn:microsoft.com/office/officeart/2008/layout/LinedList"/>
    <dgm:cxn modelId="{CC456C44-A6D1-4F4C-A4B7-E1F539C36EE5}" type="presOf" srcId="{92142859-4CC6-4268-9A1B-52F197D74920}" destId="{F286B2EE-62EB-3B41-8A84-291C68F4CBE4}" srcOrd="0" destOrd="0" presId="urn:microsoft.com/office/officeart/2008/layout/LinedList"/>
    <dgm:cxn modelId="{974F514E-86D3-0644-9905-D482E2AD4FA5}" type="presOf" srcId="{496F0211-FDC9-40E0-80C7-D3286F66A7A0}" destId="{6909A0E9-CE24-AC4D-9F87-1A47F5DDCCF8}" srcOrd="0" destOrd="0" presId="urn:microsoft.com/office/officeart/2008/layout/LinedList"/>
    <dgm:cxn modelId="{B74D8852-7AFE-4517-80BC-335AD9F2FD4D}" srcId="{1004382A-D53F-4AD5-AE45-38DE48B01674}" destId="{ABF30CEF-61FA-4A82-941C-B0DD62AAFBE0}" srcOrd="2" destOrd="0" parTransId="{F9D6AAAA-221E-427E-B3E5-40799A8595D5}" sibTransId="{B9F2A24E-4B7B-46B4-9341-FB74ED582D6B}"/>
    <dgm:cxn modelId="{1A1B2D53-D24F-4A19-B0B1-2025A985748E}" srcId="{1004382A-D53F-4AD5-AE45-38DE48B01674}" destId="{0872EFF7-3E40-456E-BE74-2F224ED2CA4F}" srcOrd="7" destOrd="0" parTransId="{0108C80F-6052-4814-83E4-9E7C3CDBA281}" sibTransId="{9CFC6FE5-EF56-42D6-9D49-D9388A0D40B0}"/>
    <dgm:cxn modelId="{344C695A-4879-AD4D-AD7E-9C0E1C8C64DA}" type="presOf" srcId="{1004382A-D53F-4AD5-AE45-38DE48B01674}" destId="{47FC15DA-83DD-A646-804B-1F0957AE03D0}" srcOrd="0" destOrd="0" presId="urn:microsoft.com/office/officeart/2008/layout/LinedList"/>
    <dgm:cxn modelId="{67ECB465-2E16-4829-8612-E264A92821FF}" srcId="{1004382A-D53F-4AD5-AE45-38DE48B01674}" destId="{93DBB901-841A-4721-AC64-475F2495B838}" srcOrd="4" destOrd="0" parTransId="{A5AAA171-E7AF-4C50-836E-1E08BFCDD85C}" sibTransId="{D4D6BF52-6C9C-44E0-BAED-AF7EE75A32C6}"/>
    <dgm:cxn modelId="{BD00E27B-7307-4E4B-86EC-AC46C90D23A3}" type="presOf" srcId="{FEC80D00-D9B1-440E-A8ED-02B11FA5739E}" destId="{773D785A-564C-434F-9A1F-2547B7A4A7B7}" srcOrd="0" destOrd="0" presId="urn:microsoft.com/office/officeart/2008/layout/LinedList"/>
    <dgm:cxn modelId="{CA7F7380-F4A6-4CD6-A527-F5101EA855E6}" srcId="{1004382A-D53F-4AD5-AE45-38DE48B01674}" destId="{60584E61-E030-403C-8C83-B0E1338E1236}" srcOrd="1" destOrd="0" parTransId="{2EE22450-9316-4649-BF59-3E39B8954BA8}" sibTransId="{E721D049-BD55-4C42-B9C0-44ECB077BA89}"/>
    <dgm:cxn modelId="{442C1782-AA34-8048-B67E-48776763C31D}" type="presOf" srcId="{58DB427F-2B38-4908-B1A7-2A3080460144}" destId="{2E246148-8406-2140-B350-534CA79A4650}" srcOrd="0" destOrd="0" presId="urn:microsoft.com/office/officeart/2008/layout/LinedList"/>
    <dgm:cxn modelId="{566DDC9C-AE88-CA42-B0FB-B7AEAF8D94CC}" type="presOf" srcId="{3A80C314-5893-45E3-9413-A796016B83CE}" destId="{C725AA57-553F-E941-AC76-38994CD5EF05}" srcOrd="0" destOrd="0" presId="urn:microsoft.com/office/officeart/2008/layout/LinedList"/>
    <dgm:cxn modelId="{EF96959F-0FF8-F34C-A995-C61446C2B71F}" type="presOf" srcId="{C48DB394-37C5-41FA-852C-4ADE90EBC58D}" destId="{E907163A-635F-A743-B1FA-47270E0665A8}" srcOrd="0" destOrd="0" presId="urn:microsoft.com/office/officeart/2008/layout/LinedList"/>
    <dgm:cxn modelId="{51EA73A7-14EC-FE4E-A120-BD945832FF39}" type="presOf" srcId="{93DBB901-841A-4721-AC64-475F2495B838}" destId="{1DC48EE7-DF5B-9544-A4CF-E72BDE3ABF2A}" srcOrd="0" destOrd="0" presId="urn:microsoft.com/office/officeart/2008/layout/LinedList"/>
    <dgm:cxn modelId="{43E8D4A8-A5C1-414B-B1D8-E7746D32F73E}" srcId="{1004382A-D53F-4AD5-AE45-38DE48B01674}" destId="{C48DB394-37C5-41FA-852C-4ADE90EBC58D}" srcOrd="6" destOrd="0" parTransId="{FC54956E-1CFC-4528-B957-A7621D6BC3D4}" sibTransId="{BC9E9BE3-E2DB-4F09-B869-ECC9EA752577}"/>
    <dgm:cxn modelId="{B6E4A0C3-6E32-4F05-AC2C-5454B45D9684}" srcId="{1004382A-D53F-4AD5-AE45-38DE48B01674}" destId="{83437A36-76F7-4FEA-883B-E240E1662409}" srcOrd="10" destOrd="0" parTransId="{8E8883F4-5D6F-418C-B250-FA0B6147A3A8}" sibTransId="{4EC35048-BCC6-42B7-8F0F-3A729A13416A}"/>
    <dgm:cxn modelId="{EB644CCB-9333-DF44-AB7F-796A689719EF}" type="presOf" srcId="{0872EFF7-3E40-456E-BE74-2F224ED2CA4F}" destId="{C7BE65AF-1840-0047-A52F-75CA2CB07BD3}" srcOrd="0" destOrd="0" presId="urn:microsoft.com/office/officeart/2008/layout/LinedList"/>
    <dgm:cxn modelId="{EFA2D3CE-42D9-3C46-AA22-BF3E577E39B6}" type="presOf" srcId="{ABF30CEF-61FA-4A82-941C-B0DD62AAFBE0}" destId="{2712009E-3C4A-C14A-B2E9-5D0FD6A09A75}" srcOrd="0" destOrd="0" presId="urn:microsoft.com/office/officeart/2008/layout/LinedList"/>
    <dgm:cxn modelId="{049AD6DC-8D32-4E70-92DE-E49E569E8D0B}" srcId="{1004382A-D53F-4AD5-AE45-38DE48B01674}" destId="{FEC80D00-D9B1-440E-A8ED-02B11FA5739E}" srcOrd="3" destOrd="0" parTransId="{979145BD-3C28-44FB-9EAD-2146EEE1E638}" sibTransId="{B851D52C-6846-4BB7-B746-A0E3024D34D6}"/>
    <dgm:cxn modelId="{18CB8FED-6A18-45C5-9D82-19DA4A6CDDA3}" srcId="{1004382A-D53F-4AD5-AE45-38DE48B01674}" destId="{E11918BB-9D17-4646-A3A5-25ED5C8A2859}" srcOrd="9" destOrd="0" parTransId="{E22EF18D-9B6F-433B-9BA0-AD440BFDC004}" sibTransId="{93CF0DE5-4B48-4243-AA09-A7699F18CF1D}"/>
    <dgm:cxn modelId="{9EEC9AEF-9881-724F-929F-95FDB90AF67F}" type="presParOf" srcId="{47FC15DA-83DD-A646-804B-1F0957AE03D0}" destId="{3E92CAF4-0779-4E4F-87DA-312E131114FD}" srcOrd="0" destOrd="0" presId="urn:microsoft.com/office/officeart/2008/layout/LinedList"/>
    <dgm:cxn modelId="{8F702BD3-8ED5-AC40-9B15-5BBE688A832C}" type="presParOf" srcId="{47FC15DA-83DD-A646-804B-1F0957AE03D0}" destId="{4AFFEEE6-E7D8-714A-9D31-7B69A9227C11}" srcOrd="1" destOrd="0" presId="urn:microsoft.com/office/officeart/2008/layout/LinedList"/>
    <dgm:cxn modelId="{7162CBE9-6F1C-8246-A468-BA3D1011A511}" type="presParOf" srcId="{4AFFEEE6-E7D8-714A-9D31-7B69A9227C11}" destId="{F286B2EE-62EB-3B41-8A84-291C68F4CBE4}" srcOrd="0" destOrd="0" presId="urn:microsoft.com/office/officeart/2008/layout/LinedList"/>
    <dgm:cxn modelId="{D0D82A15-D067-CA4A-A45C-7083ADAEB381}" type="presParOf" srcId="{4AFFEEE6-E7D8-714A-9D31-7B69A9227C11}" destId="{2823C3C1-0351-1E4C-B0A2-2C73648349B5}" srcOrd="1" destOrd="0" presId="urn:microsoft.com/office/officeart/2008/layout/LinedList"/>
    <dgm:cxn modelId="{7208F764-AD0E-F94C-A920-3CC9A4F1013A}" type="presParOf" srcId="{47FC15DA-83DD-A646-804B-1F0957AE03D0}" destId="{90C88376-2E42-5841-B147-23224FF66643}" srcOrd="2" destOrd="0" presId="urn:microsoft.com/office/officeart/2008/layout/LinedList"/>
    <dgm:cxn modelId="{BE88DB2C-25C1-5A44-87ED-29676C227BE9}" type="presParOf" srcId="{47FC15DA-83DD-A646-804B-1F0957AE03D0}" destId="{9F899908-EC88-F544-ADDB-AD35B4DB7EC5}" srcOrd="3" destOrd="0" presId="urn:microsoft.com/office/officeart/2008/layout/LinedList"/>
    <dgm:cxn modelId="{0EA6C290-6F97-C042-89C1-124FD446CBDF}" type="presParOf" srcId="{9F899908-EC88-F544-ADDB-AD35B4DB7EC5}" destId="{F8C0371F-CBDB-2F46-8936-F4C3AFE1026F}" srcOrd="0" destOrd="0" presId="urn:microsoft.com/office/officeart/2008/layout/LinedList"/>
    <dgm:cxn modelId="{0CB9C463-91F3-A84F-A39C-09088B0CB108}" type="presParOf" srcId="{9F899908-EC88-F544-ADDB-AD35B4DB7EC5}" destId="{C7E60875-BE84-0741-9017-008659BFF9A9}" srcOrd="1" destOrd="0" presId="urn:microsoft.com/office/officeart/2008/layout/LinedList"/>
    <dgm:cxn modelId="{8E0B14F7-EEF8-6647-A58D-122698D5446D}" type="presParOf" srcId="{47FC15DA-83DD-A646-804B-1F0957AE03D0}" destId="{2B88D07F-9137-0149-8995-95896B861F00}" srcOrd="4" destOrd="0" presId="urn:microsoft.com/office/officeart/2008/layout/LinedList"/>
    <dgm:cxn modelId="{4AF2EEC2-4D2A-2243-AECB-18A896E5DE5A}" type="presParOf" srcId="{47FC15DA-83DD-A646-804B-1F0957AE03D0}" destId="{C74FF309-0AE3-DC49-8851-06E10FEBA856}" srcOrd="5" destOrd="0" presId="urn:microsoft.com/office/officeart/2008/layout/LinedList"/>
    <dgm:cxn modelId="{BC04DDB0-0271-B243-A35F-7317C3FF6C86}" type="presParOf" srcId="{C74FF309-0AE3-DC49-8851-06E10FEBA856}" destId="{2712009E-3C4A-C14A-B2E9-5D0FD6A09A75}" srcOrd="0" destOrd="0" presId="urn:microsoft.com/office/officeart/2008/layout/LinedList"/>
    <dgm:cxn modelId="{26EC13EE-883C-4342-B677-27890F7BD235}" type="presParOf" srcId="{C74FF309-0AE3-DC49-8851-06E10FEBA856}" destId="{D1A83ABA-870D-F444-88AA-29C701CCDE51}" srcOrd="1" destOrd="0" presId="urn:microsoft.com/office/officeart/2008/layout/LinedList"/>
    <dgm:cxn modelId="{87C59080-151E-F149-A475-9503F366E95D}" type="presParOf" srcId="{47FC15DA-83DD-A646-804B-1F0957AE03D0}" destId="{DB95478C-21F3-9C4E-A918-7BE7574A87C8}" srcOrd="6" destOrd="0" presId="urn:microsoft.com/office/officeart/2008/layout/LinedList"/>
    <dgm:cxn modelId="{AFC9594D-18D2-7340-93B1-B6FEEC6321F0}" type="presParOf" srcId="{47FC15DA-83DD-A646-804B-1F0957AE03D0}" destId="{A190DFE6-982C-E947-A0E3-FFDFA129F85D}" srcOrd="7" destOrd="0" presId="urn:microsoft.com/office/officeart/2008/layout/LinedList"/>
    <dgm:cxn modelId="{B74EEA1C-8FED-C04A-97EC-3FB36326A098}" type="presParOf" srcId="{A190DFE6-982C-E947-A0E3-FFDFA129F85D}" destId="{773D785A-564C-434F-9A1F-2547B7A4A7B7}" srcOrd="0" destOrd="0" presId="urn:microsoft.com/office/officeart/2008/layout/LinedList"/>
    <dgm:cxn modelId="{714A1A1D-075E-5348-9D74-76F024535B88}" type="presParOf" srcId="{A190DFE6-982C-E947-A0E3-FFDFA129F85D}" destId="{BCDA498A-5B4D-B747-9CF2-7F3EDA9EE580}" srcOrd="1" destOrd="0" presId="urn:microsoft.com/office/officeart/2008/layout/LinedList"/>
    <dgm:cxn modelId="{BD04C538-780E-1B41-A902-D49D0B4E5D2E}" type="presParOf" srcId="{47FC15DA-83DD-A646-804B-1F0957AE03D0}" destId="{6CF3AFC2-236D-6C45-8FE3-9083780352D8}" srcOrd="8" destOrd="0" presId="urn:microsoft.com/office/officeart/2008/layout/LinedList"/>
    <dgm:cxn modelId="{962B86DE-1FB1-4B48-B309-92C2D9596C23}" type="presParOf" srcId="{47FC15DA-83DD-A646-804B-1F0957AE03D0}" destId="{6BA49E66-5526-0B45-ABF3-D823F34659D7}" srcOrd="9" destOrd="0" presId="urn:microsoft.com/office/officeart/2008/layout/LinedList"/>
    <dgm:cxn modelId="{32ADC292-ADC5-4148-A1EF-B8AA18FF9C85}" type="presParOf" srcId="{6BA49E66-5526-0B45-ABF3-D823F34659D7}" destId="{1DC48EE7-DF5B-9544-A4CF-E72BDE3ABF2A}" srcOrd="0" destOrd="0" presId="urn:microsoft.com/office/officeart/2008/layout/LinedList"/>
    <dgm:cxn modelId="{E401AE9E-A6A7-7A4D-868B-9DB101C9521B}" type="presParOf" srcId="{6BA49E66-5526-0B45-ABF3-D823F34659D7}" destId="{C5CD03AF-723F-4541-90C2-5F1A07C777C7}" srcOrd="1" destOrd="0" presId="urn:microsoft.com/office/officeart/2008/layout/LinedList"/>
    <dgm:cxn modelId="{074726ED-8226-5D47-99CA-94302BBE1045}" type="presParOf" srcId="{47FC15DA-83DD-A646-804B-1F0957AE03D0}" destId="{EE5330D0-4432-4546-8ACD-FD8479A0BFAF}" srcOrd="10" destOrd="0" presId="urn:microsoft.com/office/officeart/2008/layout/LinedList"/>
    <dgm:cxn modelId="{6396E494-2E6D-2D40-BE64-4A3469846A41}" type="presParOf" srcId="{47FC15DA-83DD-A646-804B-1F0957AE03D0}" destId="{0997343E-967C-EE4C-BD34-15C0DA501067}" srcOrd="11" destOrd="0" presId="urn:microsoft.com/office/officeart/2008/layout/LinedList"/>
    <dgm:cxn modelId="{CC408D2A-4720-3449-A723-8A2BA36553A7}" type="presParOf" srcId="{0997343E-967C-EE4C-BD34-15C0DA501067}" destId="{2E246148-8406-2140-B350-534CA79A4650}" srcOrd="0" destOrd="0" presId="urn:microsoft.com/office/officeart/2008/layout/LinedList"/>
    <dgm:cxn modelId="{7C9C2538-5002-EF40-A3DE-3716EB09261A}" type="presParOf" srcId="{0997343E-967C-EE4C-BD34-15C0DA501067}" destId="{226866BE-501C-1041-B6C9-5776C1B2A805}" srcOrd="1" destOrd="0" presId="urn:microsoft.com/office/officeart/2008/layout/LinedList"/>
    <dgm:cxn modelId="{3A2AC8BA-CC77-5E46-B78D-271EB619BB8B}" type="presParOf" srcId="{47FC15DA-83DD-A646-804B-1F0957AE03D0}" destId="{BA17E72A-E401-6146-A8AD-52C855326A97}" srcOrd="12" destOrd="0" presId="urn:microsoft.com/office/officeart/2008/layout/LinedList"/>
    <dgm:cxn modelId="{6CB57B77-22DD-754E-B14B-CB485FF58D1C}" type="presParOf" srcId="{47FC15DA-83DD-A646-804B-1F0957AE03D0}" destId="{E9935804-EC6F-BB4B-B929-C1171E9FBAE9}" srcOrd="13" destOrd="0" presId="urn:microsoft.com/office/officeart/2008/layout/LinedList"/>
    <dgm:cxn modelId="{3D0EACCD-99FA-2044-B091-2FD1A919E453}" type="presParOf" srcId="{E9935804-EC6F-BB4B-B929-C1171E9FBAE9}" destId="{E907163A-635F-A743-B1FA-47270E0665A8}" srcOrd="0" destOrd="0" presId="urn:microsoft.com/office/officeart/2008/layout/LinedList"/>
    <dgm:cxn modelId="{C6A61D21-BF11-524D-9817-F92CFCBEE625}" type="presParOf" srcId="{E9935804-EC6F-BB4B-B929-C1171E9FBAE9}" destId="{A745C194-AA16-9C43-A431-12AE15D8D9A4}" srcOrd="1" destOrd="0" presId="urn:microsoft.com/office/officeart/2008/layout/LinedList"/>
    <dgm:cxn modelId="{F93CF14D-54D1-C540-9A38-B0F819A5B5A9}" type="presParOf" srcId="{47FC15DA-83DD-A646-804B-1F0957AE03D0}" destId="{9D7F82A4-6FE3-1645-856E-7A242DAB6A8A}" srcOrd="14" destOrd="0" presId="urn:microsoft.com/office/officeart/2008/layout/LinedList"/>
    <dgm:cxn modelId="{CB44304F-4BBD-0442-BB14-ADE4C43FFE67}" type="presParOf" srcId="{47FC15DA-83DD-A646-804B-1F0957AE03D0}" destId="{F11A7F1B-6CED-5C43-AC54-24331C81E89D}" srcOrd="15" destOrd="0" presId="urn:microsoft.com/office/officeart/2008/layout/LinedList"/>
    <dgm:cxn modelId="{C9DC091A-30AF-0A44-B5B0-D36E0DF093C4}" type="presParOf" srcId="{F11A7F1B-6CED-5C43-AC54-24331C81E89D}" destId="{C7BE65AF-1840-0047-A52F-75CA2CB07BD3}" srcOrd="0" destOrd="0" presId="urn:microsoft.com/office/officeart/2008/layout/LinedList"/>
    <dgm:cxn modelId="{2F9BB81A-0B51-3443-9289-14B7A66954E4}" type="presParOf" srcId="{F11A7F1B-6CED-5C43-AC54-24331C81E89D}" destId="{4261CC74-7247-5A49-8E2E-992D29D64457}" srcOrd="1" destOrd="0" presId="urn:microsoft.com/office/officeart/2008/layout/LinedList"/>
    <dgm:cxn modelId="{88BF1DAD-26E5-544F-8730-211DCD41513E}" type="presParOf" srcId="{47FC15DA-83DD-A646-804B-1F0957AE03D0}" destId="{7F2FB1A9-50D6-D24D-9F75-AD75D904B29F}" srcOrd="16" destOrd="0" presId="urn:microsoft.com/office/officeart/2008/layout/LinedList"/>
    <dgm:cxn modelId="{262E2DBC-3A08-3747-B247-92ACBAEE566E}" type="presParOf" srcId="{47FC15DA-83DD-A646-804B-1F0957AE03D0}" destId="{E4D038E0-BE80-844C-A234-9122D76D5627}" srcOrd="17" destOrd="0" presId="urn:microsoft.com/office/officeart/2008/layout/LinedList"/>
    <dgm:cxn modelId="{2C60C6CB-CAB6-A545-9CDB-6EF2BEF6E00B}" type="presParOf" srcId="{E4D038E0-BE80-844C-A234-9122D76D5627}" destId="{6909A0E9-CE24-AC4D-9F87-1A47F5DDCCF8}" srcOrd="0" destOrd="0" presId="urn:microsoft.com/office/officeart/2008/layout/LinedList"/>
    <dgm:cxn modelId="{37B763EF-0C79-D242-9ED2-82068A45F446}" type="presParOf" srcId="{E4D038E0-BE80-844C-A234-9122D76D5627}" destId="{A30EC09F-6BA5-9E4E-AF62-36A7D1D0AABB}" srcOrd="1" destOrd="0" presId="urn:microsoft.com/office/officeart/2008/layout/LinedList"/>
    <dgm:cxn modelId="{F6CF2715-2A97-5445-8397-293FC5D8D389}" type="presParOf" srcId="{47FC15DA-83DD-A646-804B-1F0957AE03D0}" destId="{A0BF3CB8-0FDF-6849-A926-5F304CB911B8}" srcOrd="18" destOrd="0" presId="urn:microsoft.com/office/officeart/2008/layout/LinedList"/>
    <dgm:cxn modelId="{80347F75-9593-7242-83C2-1EA19A3BA41C}" type="presParOf" srcId="{47FC15DA-83DD-A646-804B-1F0957AE03D0}" destId="{E68FB6DD-9232-1243-B022-4C10AE92E88A}" srcOrd="19" destOrd="0" presId="urn:microsoft.com/office/officeart/2008/layout/LinedList"/>
    <dgm:cxn modelId="{F02CB17E-F491-124C-A790-5FAA1B8F06C0}" type="presParOf" srcId="{E68FB6DD-9232-1243-B022-4C10AE92E88A}" destId="{01284240-E6A5-654F-B288-CA6DDC531BDA}" srcOrd="0" destOrd="0" presId="urn:microsoft.com/office/officeart/2008/layout/LinedList"/>
    <dgm:cxn modelId="{CC1CE725-2BFD-CE47-9814-B9BB5224A211}" type="presParOf" srcId="{E68FB6DD-9232-1243-B022-4C10AE92E88A}" destId="{42D3A22F-EB9C-9543-9D97-4E384050F00B}" srcOrd="1" destOrd="0" presId="urn:microsoft.com/office/officeart/2008/layout/LinedList"/>
    <dgm:cxn modelId="{27D9F2AB-1382-4B49-8374-72C54EA36E16}" type="presParOf" srcId="{47FC15DA-83DD-A646-804B-1F0957AE03D0}" destId="{D39AEE6A-1A8F-4A4F-83AC-18275142A39E}" srcOrd="20" destOrd="0" presId="urn:microsoft.com/office/officeart/2008/layout/LinedList"/>
    <dgm:cxn modelId="{7F3366AC-FBF9-694E-9E2E-B678061283F8}" type="presParOf" srcId="{47FC15DA-83DD-A646-804B-1F0957AE03D0}" destId="{4C8DB3D9-5AF4-394F-AF7B-394B844135C5}" srcOrd="21" destOrd="0" presId="urn:microsoft.com/office/officeart/2008/layout/LinedList"/>
    <dgm:cxn modelId="{391E2E49-8141-5543-99C5-D33478A9D7F4}" type="presParOf" srcId="{4C8DB3D9-5AF4-394F-AF7B-394B844135C5}" destId="{28CEC401-B0D8-F541-992A-C47626F18E96}" srcOrd="0" destOrd="0" presId="urn:microsoft.com/office/officeart/2008/layout/LinedList"/>
    <dgm:cxn modelId="{FCAA571A-4C24-A04F-9DB6-6BE6D55A602E}" type="presParOf" srcId="{4C8DB3D9-5AF4-394F-AF7B-394B844135C5}" destId="{9036B666-728C-B24E-B0C7-7CC9F3244A90}" srcOrd="1" destOrd="0" presId="urn:microsoft.com/office/officeart/2008/layout/LinedList"/>
    <dgm:cxn modelId="{40B645D7-4418-5B44-9DE3-6B619C98FDA7}" type="presParOf" srcId="{47FC15DA-83DD-A646-804B-1F0957AE03D0}" destId="{4AE36A04-8BFA-1047-89EE-AD48647CA7C6}" srcOrd="22" destOrd="0" presId="urn:microsoft.com/office/officeart/2008/layout/LinedList"/>
    <dgm:cxn modelId="{73FB0779-CC35-DB4A-BFEE-9D6F0F916AA4}" type="presParOf" srcId="{47FC15DA-83DD-A646-804B-1F0957AE03D0}" destId="{691FB685-F737-7C45-B868-E31C3144034D}" srcOrd="23" destOrd="0" presId="urn:microsoft.com/office/officeart/2008/layout/LinedList"/>
    <dgm:cxn modelId="{E1CF60F5-BCFC-4F42-9C75-63769A66855A}" type="presParOf" srcId="{691FB685-F737-7C45-B868-E31C3144034D}" destId="{C725AA57-553F-E941-AC76-38994CD5EF05}" srcOrd="0" destOrd="0" presId="urn:microsoft.com/office/officeart/2008/layout/LinedList"/>
    <dgm:cxn modelId="{3047CCFD-5EBB-894D-B1D6-983AD4F6C260}" type="presParOf" srcId="{691FB685-F737-7C45-B868-E31C3144034D}" destId="{D459DFA9-1846-CF4B-9D7A-34A7929E902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D54DAE-015B-4BE2-9E54-9A165725B69E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F78CBE2-863C-4636-8B27-73EA013009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To simplify student enrollment management</a:t>
          </a:r>
        </a:p>
      </dgm:t>
    </dgm:pt>
    <dgm:pt modelId="{8141243D-CC1C-44C4-A9AC-0806E5887C43}" type="parTrans" cxnId="{56438A8B-4896-48F9-B478-549DD316C94C}">
      <dgm:prSet/>
      <dgm:spPr/>
      <dgm:t>
        <a:bodyPr/>
        <a:lstStyle/>
        <a:p>
          <a:endParaRPr lang="en-US"/>
        </a:p>
      </dgm:t>
    </dgm:pt>
    <dgm:pt modelId="{980EF7CF-2356-4C17-A9EC-F4AA56F02B35}" type="sibTrans" cxnId="{56438A8B-4896-48F9-B478-549DD316C94C}">
      <dgm:prSet/>
      <dgm:spPr/>
      <dgm:t>
        <a:bodyPr/>
        <a:lstStyle/>
        <a:p>
          <a:endParaRPr lang="en-US"/>
        </a:p>
      </dgm:t>
    </dgm:pt>
    <dgm:pt modelId="{1AABC937-33A8-4231-88B9-9BAA12172C3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To reduce manual record keeping</a:t>
          </a:r>
        </a:p>
      </dgm:t>
    </dgm:pt>
    <dgm:pt modelId="{B0EB49F5-9407-4073-8694-A6374667E200}" type="parTrans" cxnId="{4F006515-7009-48D0-A7BF-2D72B7087055}">
      <dgm:prSet/>
      <dgm:spPr/>
      <dgm:t>
        <a:bodyPr/>
        <a:lstStyle/>
        <a:p>
          <a:endParaRPr lang="en-US"/>
        </a:p>
      </dgm:t>
    </dgm:pt>
    <dgm:pt modelId="{02119FCF-9BBD-41C4-917A-1DFDD4E60074}" type="sibTrans" cxnId="{4F006515-7009-48D0-A7BF-2D72B7087055}">
      <dgm:prSet/>
      <dgm:spPr/>
      <dgm:t>
        <a:bodyPr/>
        <a:lstStyle/>
        <a:p>
          <a:endParaRPr lang="en-US"/>
        </a:p>
      </dgm:t>
    </dgm:pt>
    <dgm:pt modelId="{04655941-6103-44FB-AB1A-E79EC3E73A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To store and retrieve data from a database</a:t>
          </a:r>
        </a:p>
      </dgm:t>
    </dgm:pt>
    <dgm:pt modelId="{77DB6CF7-4AF9-4093-B900-93B5C9C08E11}" type="parTrans" cxnId="{A7BC6818-735B-49C4-B054-F813513506D7}">
      <dgm:prSet/>
      <dgm:spPr/>
      <dgm:t>
        <a:bodyPr/>
        <a:lstStyle/>
        <a:p>
          <a:endParaRPr lang="en-US"/>
        </a:p>
      </dgm:t>
    </dgm:pt>
    <dgm:pt modelId="{0990A1EF-CF4B-46A0-9C22-6B67C7E0CC2A}" type="sibTrans" cxnId="{A7BC6818-735B-49C4-B054-F813513506D7}">
      <dgm:prSet/>
      <dgm:spPr/>
      <dgm:t>
        <a:bodyPr/>
        <a:lstStyle/>
        <a:p>
          <a:endParaRPr lang="en-US"/>
        </a:p>
      </dgm:t>
    </dgm:pt>
    <dgm:pt modelId="{3FC6997E-BCFF-475D-924C-72D23660F2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To provide an easy-to-use graphical interface</a:t>
          </a:r>
        </a:p>
      </dgm:t>
    </dgm:pt>
    <dgm:pt modelId="{11BC0CCE-1A49-451B-97EB-0C2E0FE0A51B}" type="parTrans" cxnId="{6DC69001-A791-4341-AA0C-FDE3657A35F2}">
      <dgm:prSet/>
      <dgm:spPr/>
      <dgm:t>
        <a:bodyPr/>
        <a:lstStyle/>
        <a:p>
          <a:endParaRPr lang="en-US"/>
        </a:p>
      </dgm:t>
    </dgm:pt>
    <dgm:pt modelId="{52A09710-F7E6-4A21-96D5-42D613FD42F6}" type="sibTrans" cxnId="{6DC69001-A791-4341-AA0C-FDE3657A35F2}">
      <dgm:prSet/>
      <dgm:spPr/>
      <dgm:t>
        <a:bodyPr/>
        <a:lstStyle/>
        <a:p>
          <a:endParaRPr lang="en-US"/>
        </a:p>
      </dgm:t>
    </dgm:pt>
    <dgm:pt modelId="{EED469E9-C5AB-5845-A272-0AE30F37C8EE}" type="pres">
      <dgm:prSet presAssocID="{FCD54DAE-015B-4BE2-9E54-9A165725B6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A80638-AC4D-DE4D-8E1A-092BC2071236}" type="pres">
      <dgm:prSet presAssocID="{CF78CBE2-863C-4636-8B27-73EA01300968}" presName="hierRoot1" presStyleCnt="0"/>
      <dgm:spPr/>
    </dgm:pt>
    <dgm:pt modelId="{B04D1432-120B-8644-896A-A78628E3D7D6}" type="pres">
      <dgm:prSet presAssocID="{CF78CBE2-863C-4636-8B27-73EA01300968}" presName="composite" presStyleCnt="0"/>
      <dgm:spPr/>
    </dgm:pt>
    <dgm:pt modelId="{A3325039-BAEC-E44F-881C-0E0E2BFB5F19}" type="pres">
      <dgm:prSet presAssocID="{CF78CBE2-863C-4636-8B27-73EA01300968}" presName="background" presStyleLbl="node0" presStyleIdx="0" presStyleCnt="4"/>
      <dgm:spPr/>
    </dgm:pt>
    <dgm:pt modelId="{D2CF6D8D-153F-D14C-83AF-B01953044B5A}" type="pres">
      <dgm:prSet presAssocID="{CF78CBE2-863C-4636-8B27-73EA01300968}" presName="text" presStyleLbl="fgAcc0" presStyleIdx="0" presStyleCnt="4">
        <dgm:presLayoutVars>
          <dgm:chPref val="3"/>
        </dgm:presLayoutVars>
      </dgm:prSet>
      <dgm:spPr/>
    </dgm:pt>
    <dgm:pt modelId="{6357F2A4-502A-BF45-A903-B7C52E2AD940}" type="pres">
      <dgm:prSet presAssocID="{CF78CBE2-863C-4636-8B27-73EA01300968}" presName="hierChild2" presStyleCnt="0"/>
      <dgm:spPr/>
    </dgm:pt>
    <dgm:pt modelId="{B4CC8257-BF80-8F42-A307-B5AD3BBF36B8}" type="pres">
      <dgm:prSet presAssocID="{1AABC937-33A8-4231-88B9-9BAA12172C3E}" presName="hierRoot1" presStyleCnt="0"/>
      <dgm:spPr/>
    </dgm:pt>
    <dgm:pt modelId="{02F06B4C-F6D7-5040-ABDF-FD7817E91757}" type="pres">
      <dgm:prSet presAssocID="{1AABC937-33A8-4231-88B9-9BAA12172C3E}" presName="composite" presStyleCnt="0"/>
      <dgm:spPr/>
    </dgm:pt>
    <dgm:pt modelId="{598223F4-B7C3-6F4E-8221-DACC14B29860}" type="pres">
      <dgm:prSet presAssocID="{1AABC937-33A8-4231-88B9-9BAA12172C3E}" presName="background" presStyleLbl="node0" presStyleIdx="1" presStyleCnt="4"/>
      <dgm:spPr/>
    </dgm:pt>
    <dgm:pt modelId="{9A11B31A-267C-2644-AA89-5084538715CB}" type="pres">
      <dgm:prSet presAssocID="{1AABC937-33A8-4231-88B9-9BAA12172C3E}" presName="text" presStyleLbl="fgAcc0" presStyleIdx="1" presStyleCnt="4">
        <dgm:presLayoutVars>
          <dgm:chPref val="3"/>
        </dgm:presLayoutVars>
      </dgm:prSet>
      <dgm:spPr/>
    </dgm:pt>
    <dgm:pt modelId="{DC147374-8252-C146-97FD-978C8C52EE55}" type="pres">
      <dgm:prSet presAssocID="{1AABC937-33A8-4231-88B9-9BAA12172C3E}" presName="hierChild2" presStyleCnt="0"/>
      <dgm:spPr/>
    </dgm:pt>
    <dgm:pt modelId="{E9CA2093-63A2-8942-BCF0-EF8B1B6EFDE6}" type="pres">
      <dgm:prSet presAssocID="{04655941-6103-44FB-AB1A-E79EC3E73A09}" presName="hierRoot1" presStyleCnt="0"/>
      <dgm:spPr/>
    </dgm:pt>
    <dgm:pt modelId="{A5B8AF26-9AD6-5244-82C1-D7C757DDF13B}" type="pres">
      <dgm:prSet presAssocID="{04655941-6103-44FB-AB1A-E79EC3E73A09}" presName="composite" presStyleCnt="0"/>
      <dgm:spPr/>
    </dgm:pt>
    <dgm:pt modelId="{97349163-1FFC-9243-92E5-B2D48AAA5D44}" type="pres">
      <dgm:prSet presAssocID="{04655941-6103-44FB-AB1A-E79EC3E73A09}" presName="background" presStyleLbl="node0" presStyleIdx="2" presStyleCnt="4"/>
      <dgm:spPr/>
    </dgm:pt>
    <dgm:pt modelId="{C647C978-C708-3044-B23F-4EDB9392E810}" type="pres">
      <dgm:prSet presAssocID="{04655941-6103-44FB-AB1A-E79EC3E73A09}" presName="text" presStyleLbl="fgAcc0" presStyleIdx="2" presStyleCnt="4">
        <dgm:presLayoutVars>
          <dgm:chPref val="3"/>
        </dgm:presLayoutVars>
      </dgm:prSet>
      <dgm:spPr/>
    </dgm:pt>
    <dgm:pt modelId="{877FDA1B-7AB6-D447-BB07-63079B005AD1}" type="pres">
      <dgm:prSet presAssocID="{04655941-6103-44FB-AB1A-E79EC3E73A09}" presName="hierChild2" presStyleCnt="0"/>
      <dgm:spPr/>
    </dgm:pt>
    <dgm:pt modelId="{CCB81627-5A2F-6B42-810A-235F0320E825}" type="pres">
      <dgm:prSet presAssocID="{3FC6997E-BCFF-475D-924C-72D23660F2E6}" presName="hierRoot1" presStyleCnt="0"/>
      <dgm:spPr/>
    </dgm:pt>
    <dgm:pt modelId="{EF654120-15A6-DD48-94EF-B84BBCB6C1F2}" type="pres">
      <dgm:prSet presAssocID="{3FC6997E-BCFF-475D-924C-72D23660F2E6}" presName="composite" presStyleCnt="0"/>
      <dgm:spPr/>
    </dgm:pt>
    <dgm:pt modelId="{1509ED8A-37DC-E249-AFB0-CFE8D3F9072B}" type="pres">
      <dgm:prSet presAssocID="{3FC6997E-BCFF-475D-924C-72D23660F2E6}" presName="background" presStyleLbl="node0" presStyleIdx="3" presStyleCnt="4"/>
      <dgm:spPr/>
    </dgm:pt>
    <dgm:pt modelId="{3E56B4ED-F31B-394B-B26E-0ECE3E666208}" type="pres">
      <dgm:prSet presAssocID="{3FC6997E-BCFF-475D-924C-72D23660F2E6}" presName="text" presStyleLbl="fgAcc0" presStyleIdx="3" presStyleCnt="4">
        <dgm:presLayoutVars>
          <dgm:chPref val="3"/>
        </dgm:presLayoutVars>
      </dgm:prSet>
      <dgm:spPr/>
    </dgm:pt>
    <dgm:pt modelId="{B56994AE-5253-6B46-9FBC-9C17A731BF4D}" type="pres">
      <dgm:prSet presAssocID="{3FC6997E-BCFF-475D-924C-72D23660F2E6}" presName="hierChild2" presStyleCnt="0"/>
      <dgm:spPr/>
    </dgm:pt>
  </dgm:ptLst>
  <dgm:cxnLst>
    <dgm:cxn modelId="{6DC69001-A791-4341-AA0C-FDE3657A35F2}" srcId="{FCD54DAE-015B-4BE2-9E54-9A165725B69E}" destId="{3FC6997E-BCFF-475D-924C-72D23660F2E6}" srcOrd="3" destOrd="0" parTransId="{11BC0CCE-1A49-451B-97EB-0C2E0FE0A51B}" sibTransId="{52A09710-F7E6-4A21-96D5-42D613FD42F6}"/>
    <dgm:cxn modelId="{4F006515-7009-48D0-A7BF-2D72B7087055}" srcId="{FCD54DAE-015B-4BE2-9E54-9A165725B69E}" destId="{1AABC937-33A8-4231-88B9-9BAA12172C3E}" srcOrd="1" destOrd="0" parTransId="{B0EB49F5-9407-4073-8694-A6374667E200}" sibTransId="{02119FCF-9BBD-41C4-917A-1DFDD4E60074}"/>
    <dgm:cxn modelId="{A7BC6818-735B-49C4-B054-F813513506D7}" srcId="{FCD54DAE-015B-4BE2-9E54-9A165725B69E}" destId="{04655941-6103-44FB-AB1A-E79EC3E73A09}" srcOrd="2" destOrd="0" parTransId="{77DB6CF7-4AF9-4093-B900-93B5C9C08E11}" sibTransId="{0990A1EF-CF4B-46A0-9C22-6B67C7E0CC2A}"/>
    <dgm:cxn modelId="{56438A8B-4896-48F9-B478-549DD316C94C}" srcId="{FCD54DAE-015B-4BE2-9E54-9A165725B69E}" destId="{CF78CBE2-863C-4636-8B27-73EA01300968}" srcOrd="0" destOrd="0" parTransId="{8141243D-CC1C-44C4-A9AC-0806E5887C43}" sibTransId="{980EF7CF-2356-4C17-A9EC-F4AA56F02B35}"/>
    <dgm:cxn modelId="{51FDCEA6-550F-8E4B-8881-AB8550EDF563}" type="presOf" srcId="{FCD54DAE-015B-4BE2-9E54-9A165725B69E}" destId="{EED469E9-C5AB-5845-A272-0AE30F37C8EE}" srcOrd="0" destOrd="0" presId="urn:microsoft.com/office/officeart/2005/8/layout/hierarchy1"/>
    <dgm:cxn modelId="{B24E93AB-A2C4-7D41-98F5-181871EBAA5C}" type="presOf" srcId="{3FC6997E-BCFF-475D-924C-72D23660F2E6}" destId="{3E56B4ED-F31B-394B-B26E-0ECE3E666208}" srcOrd="0" destOrd="0" presId="urn:microsoft.com/office/officeart/2005/8/layout/hierarchy1"/>
    <dgm:cxn modelId="{9CC587B4-2A99-C143-85F5-3A5358FBF962}" type="presOf" srcId="{04655941-6103-44FB-AB1A-E79EC3E73A09}" destId="{C647C978-C708-3044-B23F-4EDB9392E810}" srcOrd="0" destOrd="0" presId="urn:microsoft.com/office/officeart/2005/8/layout/hierarchy1"/>
    <dgm:cxn modelId="{42C215B9-9D8B-3840-9F41-DEE43ABC4FB8}" type="presOf" srcId="{CF78CBE2-863C-4636-8B27-73EA01300968}" destId="{D2CF6D8D-153F-D14C-83AF-B01953044B5A}" srcOrd="0" destOrd="0" presId="urn:microsoft.com/office/officeart/2005/8/layout/hierarchy1"/>
    <dgm:cxn modelId="{A83423D1-C466-CB45-A678-53E0E57E8AB8}" type="presOf" srcId="{1AABC937-33A8-4231-88B9-9BAA12172C3E}" destId="{9A11B31A-267C-2644-AA89-5084538715CB}" srcOrd="0" destOrd="0" presId="urn:microsoft.com/office/officeart/2005/8/layout/hierarchy1"/>
    <dgm:cxn modelId="{86D671B3-88B3-4A45-916B-63B24D47C8F2}" type="presParOf" srcId="{EED469E9-C5AB-5845-A272-0AE30F37C8EE}" destId="{9CA80638-AC4D-DE4D-8E1A-092BC2071236}" srcOrd="0" destOrd="0" presId="urn:microsoft.com/office/officeart/2005/8/layout/hierarchy1"/>
    <dgm:cxn modelId="{BEBB2DC3-6B31-DD4E-87C5-36A85938C2C0}" type="presParOf" srcId="{9CA80638-AC4D-DE4D-8E1A-092BC2071236}" destId="{B04D1432-120B-8644-896A-A78628E3D7D6}" srcOrd="0" destOrd="0" presId="urn:microsoft.com/office/officeart/2005/8/layout/hierarchy1"/>
    <dgm:cxn modelId="{DC4BD181-AE13-F645-8E11-4B328670338C}" type="presParOf" srcId="{B04D1432-120B-8644-896A-A78628E3D7D6}" destId="{A3325039-BAEC-E44F-881C-0E0E2BFB5F19}" srcOrd="0" destOrd="0" presId="urn:microsoft.com/office/officeart/2005/8/layout/hierarchy1"/>
    <dgm:cxn modelId="{6ABC5F32-2BE3-4A4C-9A08-25AF615EEB11}" type="presParOf" srcId="{B04D1432-120B-8644-896A-A78628E3D7D6}" destId="{D2CF6D8D-153F-D14C-83AF-B01953044B5A}" srcOrd="1" destOrd="0" presId="urn:microsoft.com/office/officeart/2005/8/layout/hierarchy1"/>
    <dgm:cxn modelId="{1478A552-43A7-CC4D-A155-D43B7D4A7E1F}" type="presParOf" srcId="{9CA80638-AC4D-DE4D-8E1A-092BC2071236}" destId="{6357F2A4-502A-BF45-A903-B7C52E2AD940}" srcOrd="1" destOrd="0" presId="urn:microsoft.com/office/officeart/2005/8/layout/hierarchy1"/>
    <dgm:cxn modelId="{AB9D98E9-EE2D-7A4B-BF85-0DBFA022FEBD}" type="presParOf" srcId="{EED469E9-C5AB-5845-A272-0AE30F37C8EE}" destId="{B4CC8257-BF80-8F42-A307-B5AD3BBF36B8}" srcOrd="1" destOrd="0" presId="urn:microsoft.com/office/officeart/2005/8/layout/hierarchy1"/>
    <dgm:cxn modelId="{0E850893-12A5-1749-8014-BD83C4C580C4}" type="presParOf" srcId="{B4CC8257-BF80-8F42-A307-B5AD3BBF36B8}" destId="{02F06B4C-F6D7-5040-ABDF-FD7817E91757}" srcOrd="0" destOrd="0" presId="urn:microsoft.com/office/officeart/2005/8/layout/hierarchy1"/>
    <dgm:cxn modelId="{FBC3084D-10F9-464F-8321-D19B8A5EEEAA}" type="presParOf" srcId="{02F06B4C-F6D7-5040-ABDF-FD7817E91757}" destId="{598223F4-B7C3-6F4E-8221-DACC14B29860}" srcOrd="0" destOrd="0" presId="urn:microsoft.com/office/officeart/2005/8/layout/hierarchy1"/>
    <dgm:cxn modelId="{C29031C4-A010-2046-8D51-42B8D2080E51}" type="presParOf" srcId="{02F06B4C-F6D7-5040-ABDF-FD7817E91757}" destId="{9A11B31A-267C-2644-AA89-5084538715CB}" srcOrd="1" destOrd="0" presId="urn:microsoft.com/office/officeart/2005/8/layout/hierarchy1"/>
    <dgm:cxn modelId="{57109D63-8893-C54E-BF16-FFDDA5E3A8F3}" type="presParOf" srcId="{B4CC8257-BF80-8F42-A307-B5AD3BBF36B8}" destId="{DC147374-8252-C146-97FD-978C8C52EE55}" srcOrd="1" destOrd="0" presId="urn:microsoft.com/office/officeart/2005/8/layout/hierarchy1"/>
    <dgm:cxn modelId="{77F980AF-EFE0-A747-9A24-8C18FB1D9411}" type="presParOf" srcId="{EED469E9-C5AB-5845-A272-0AE30F37C8EE}" destId="{E9CA2093-63A2-8942-BCF0-EF8B1B6EFDE6}" srcOrd="2" destOrd="0" presId="urn:microsoft.com/office/officeart/2005/8/layout/hierarchy1"/>
    <dgm:cxn modelId="{53D8BEBF-B7DA-2B4C-A1E7-0E1085215990}" type="presParOf" srcId="{E9CA2093-63A2-8942-BCF0-EF8B1B6EFDE6}" destId="{A5B8AF26-9AD6-5244-82C1-D7C757DDF13B}" srcOrd="0" destOrd="0" presId="urn:microsoft.com/office/officeart/2005/8/layout/hierarchy1"/>
    <dgm:cxn modelId="{6C1F08DF-8A43-A246-8831-E9DE274FA67A}" type="presParOf" srcId="{A5B8AF26-9AD6-5244-82C1-D7C757DDF13B}" destId="{97349163-1FFC-9243-92E5-B2D48AAA5D44}" srcOrd="0" destOrd="0" presId="urn:microsoft.com/office/officeart/2005/8/layout/hierarchy1"/>
    <dgm:cxn modelId="{9C9F5021-EE01-A648-A612-FC6A5934C23C}" type="presParOf" srcId="{A5B8AF26-9AD6-5244-82C1-D7C757DDF13B}" destId="{C647C978-C708-3044-B23F-4EDB9392E810}" srcOrd="1" destOrd="0" presId="urn:microsoft.com/office/officeart/2005/8/layout/hierarchy1"/>
    <dgm:cxn modelId="{7ED6E028-7C34-F541-AAF6-6839D50A14DD}" type="presParOf" srcId="{E9CA2093-63A2-8942-BCF0-EF8B1B6EFDE6}" destId="{877FDA1B-7AB6-D447-BB07-63079B005AD1}" srcOrd="1" destOrd="0" presId="urn:microsoft.com/office/officeart/2005/8/layout/hierarchy1"/>
    <dgm:cxn modelId="{DD1A899B-45B0-E646-8089-FB450FDF7D39}" type="presParOf" srcId="{EED469E9-C5AB-5845-A272-0AE30F37C8EE}" destId="{CCB81627-5A2F-6B42-810A-235F0320E825}" srcOrd="3" destOrd="0" presId="urn:microsoft.com/office/officeart/2005/8/layout/hierarchy1"/>
    <dgm:cxn modelId="{2EFEFA50-07F0-3949-B777-96A8AD24DE97}" type="presParOf" srcId="{CCB81627-5A2F-6B42-810A-235F0320E825}" destId="{EF654120-15A6-DD48-94EF-B84BBCB6C1F2}" srcOrd="0" destOrd="0" presId="urn:microsoft.com/office/officeart/2005/8/layout/hierarchy1"/>
    <dgm:cxn modelId="{CA168FAA-483F-1B48-B6F0-FD075BBE45AC}" type="presParOf" srcId="{EF654120-15A6-DD48-94EF-B84BBCB6C1F2}" destId="{1509ED8A-37DC-E249-AFB0-CFE8D3F9072B}" srcOrd="0" destOrd="0" presId="urn:microsoft.com/office/officeart/2005/8/layout/hierarchy1"/>
    <dgm:cxn modelId="{EE1757C3-F89C-E848-A28C-10E955CFFBF5}" type="presParOf" srcId="{EF654120-15A6-DD48-94EF-B84BBCB6C1F2}" destId="{3E56B4ED-F31B-394B-B26E-0ECE3E666208}" srcOrd="1" destOrd="0" presId="urn:microsoft.com/office/officeart/2005/8/layout/hierarchy1"/>
    <dgm:cxn modelId="{E9887EC4-1904-174D-B36F-74C00934E769}" type="presParOf" srcId="{CCB81627-5A2F-6B42-810A-235F0320E825}" destId="{B56994AE-5253-6B46-9FBC-9C17A731BF4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9066E9-C2FF-4863-9566-DDAC69B0599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AA773B-E4A2-40A9-AA1B-60CCD3D4B1CE}">
      <dgm:prSet/>
      <dgm:spPr/>
      <dgm:t>
        <a:bodyPr/>
        <a:lstStyle/>
        <a:p>
          <a:r>
            <a:rPr lang="en-US"/>
            <a:t>Add and manage students</a:t>
          </a:r>
        </a:p>
      </dgm:t>
    </dgm:pt>
    <dgm:pt modelId="{4B118CF0-5AF7-47F6-A32B-A014145640C3}" type="parTrans" cxnId="{71FFD0F8-9C2D-4C50-B28A-83822E928F33}">
      <dgm:prSet/>
      <dgm:spPr/>
      <dgm:t>
        <a:bodyPr/>
        <a:lstStyle/>
        <a:p>
          <a:endParaRPr lang="en-US"/>
        </a:p>
      </dgm:t>
    </dgm:pt>
    <dgm:pt modelId="{AC28B9DD-E913-4BD7-837B-8B4B9CA39BC3}" type="sibTrans" cxnId="{71FFD0F8-9C2D-4C50-B28A-83822E928F33}">
      <dgm:prSet/>
      <dgm:spPr/>
      <dgm:t>
        <a:bodyPr/>
        <a:lstStyle/>
        <a:p>
          <a:endParaRPr lang="en-US"/>
        </a:p>
      </dgm:t>
    </dgm:pt>
    <dgm:pt modelId="{E0DF0076-0091-498A-AA8B-15F745921199}">
      <dgm:prSet/>
      <dgm:spPr/>
      <dgm:t>
        <a:bodyPr/>
        <a:lstStyle/>
        <a:p>
          <a:r>
            <a:rPr lang="en-US"/>
            <a:t>Add and manage courses</a:t>
          </a:r>
        </a:p>
      </dgm:t>
    </dgm:pt>
    <dgm:pt modelId="{E11EEBBF-23BA-4953-A533-1EB557BD2EF9}" type="parTrans" cxnId="{14FA2A14-1197-4029-A1F5-B87D5053899C}">
      <dgm:prSet/>
      <dgm:spPr/>
      <dgm:t>
        <a:bodyPr/>
        <a:lstStyle/>
        <a:p>
          <a:endParaRPr lang="en-US"/>
        </a:p>
      </dgm:t>
    </dgm:pt>
    <dgm:pt modelId="{95A41542-0A46-4797-A078-AF848B2F6BFA}" type="sibTrans" cxnId="{14FA2A14-1197-4029-A1F5-B87D5053899C}">
      <dgm:prSet/>
      <dgm:spPr/>
      <dgm:t>
        <a:bodyPr/>
        <a:lstStyle/>
        <a:p>
          <a:endParaRPr lang="en-US"/>
        </a:p>
      </dgm:t>
    </dgm:pt>
    <dgm:pt modelId="{42563C5F-8118-4828-98F5-8E6CE8AB1FCF}">
      <dgm:prSet/>
      <dgm:spPr/>
      <dgm:t>
        <a:bodyPr/>
        <a:lstStyle/>
        <a:p>
          <a:r>
            <a:rPr lang="en-US"/>
            <a:t>Enroll students into a course</a:t>
          </a:r>
        </a:p>
      </dgm:t>
    </dgm:pt>
    <dgm:pt modelId="{66629AEE-99EA-4092-ADED-658F8CDF3626}" type="parTrans" cxnId="{C57BA90E-A082-4608-9A06-2519C05FC208}">
      <dgm:prSet/>
      <dgm:spPr/>
      <dgm:t>
        <a:bodyPr/>
        <a:lstStyle/>
        <a:p>
          <a:endParaRPr lang="en-US"/>
        </a:p>
      </dgm:t>
    </dgm:pt>
    <dgm:pt modelId="{BBD9F6DA-4BCD-4774-B9D8-10B83609D7EE}" type="sibTrans" cxnId="{C57BA90E-A082-4608-9A06-2519C05FC208}">
      <dgm:prSet/>
      <dgm:spPr/>
      <dgm:t>
        <a:bodyPr/>
        <a:lstStyle/>
        <a:p>
          <a:endParaRPr lang="en-US"/>
        </a:p>
      </dgm:t>
    </dgm:pt>
    <dgm:pt modelId="{F50C1651-4290-4068-A8B0-1270DCA3846D}">
      <dgm:prSet/>
      <dgm:spPr/>
      <dgm:t>
        <a:bodyPr/>
        <a:lstStyle/>
        <a:p>
          <a:r>
            <a:rPr lang="en-US"/>
            <a:t>Records students grades</a:t>
          </a:r>
        </a:p>
      </dgm:t>
    </dgm:pt>
    <dgm:pt modelId="{8203ADBC-510C-4634-9BA9-F0A12894C3FC}" type="parTrans" cxnId="{5FCBCBFE-E49F-42A5-A2AA-D08BA68BEB50}">
      <dgm:prSet/>
      <dgm:spPr/>
      <dgm:t>
        <a:bodyPr/>
        <a:lstStyle/>
        <a:p>
          <a:endParaRPr lang="en-US"/>
        </a:p>
      </dgm:t>
    </dgm:pt>
    <dgm:pt modelId="{07B41841-7F2C-4D4F-A48D-DE19EC53C476}" type="sibTrans" cxnId="{5FCBCBFE-E49F-42A5-A2AA-D08BA68BEB50}">
      <dgm:prSet/>
      <dgm:spPr/>
      <dgm:t>
        <a:bodyPr/>
        <a:lstStyle/>
        <a:p>
          <a:endParaRPr lang="en-US"/>
        </a:p>
      </dgm:t>
    </dgm:pt>
    <dgm:pt modelId="{3C05CB05-E983-466A-94AB-17F8F7321A1F}">
      <dgm:prSet/>
      <dgm:spPr/>
      <dgm:t>
        <a:bodyPr/>
        <a:lstStyle/>
        <a:p>
          <a:r>
            <a:rPr lang="en-US"/>
            <a:t>View reports using table</a:t>
          </a:r>
        </a:p>
      </dgm:t>
    </dgm:pt>
    <dgm:pt modelId="{F1AA5B86-07F8-4E68-87C7-6C6A65E33DA2}" type="parTrans" cxnId="{987D6091-69DB-415A-9728-0D17677418F6}">
      <dgm:prSet/>
      <dgm:spPr/>
      <dgm:t>
        <a:bodyPr/>
        <a:lstStyle/>
        <a:p>
          <a:endParaRPr lang="en-US"/>
        </a:p>
      </dgm:t>
    </dgm:pt>
    <dgm:pt modelId="{67B63661-8268-4C27-A752-A080CD2DD0DF}" type="sibTrans" cxnId="{987D6091-69DB-415A-9728-0D17677418F6}">
      <dgm:prSet/>
      <dgm:spPr/>
      <dgm:t>
        <a:bodyPr/>
        <a:lstStyle/>
        <a:p>
          <a:endParaRPr lang="en-US"/>
        </a:p>
      </dgm:t>
    </dgm:pt>
    <dgm:pt modelId="{EAF7B65E-136F-9347-B6F8-F8992DC8ED2F}" type="pres">
      <dgm:prSet presAssocID="{FA9066E9-C2FF-4863-9566-DDAC69B0599B}" presName="diagram" presStyleCnt="0">
        <dgm:presLayoutVars>
          <dgm:dir/>
          <dgm:resizeHandles val="exact"/>
        </dgm:presLayoutVars>
      </dgm:prSet>
      <dgm:spPr/>
    </dgm:pt>
    <dgm:pt modelId="{7C7B3085-3CF8-AD4D-BEE8-33ECE768CEB3}" type="pres">
      <dgm:prSet presAssocID="{9AAA773B-E4A2-40A9-AA1B-60CCD3D4B1CE}" presName="node" presStyleLbl="node1" presStyleIdx="0" presStyleCnt="5">
        <dgm:presLayoutVars>
          <dgm:bulletEnabled val="1"/>
        </dgm:presLayoutVars>
      </dgm:prSet>
      <dgm:spPr/>
    </dgm:pt>
    <dgm:pt modelId="{CC97D9AF-541E-8B4B-9596-D877A3B287AA}" type="pres">
      <dgm:prSet presAssocID="{AC28B9DD-E913-4BD7-837B-8B4B9CA39BC3}" presName="sibTrans" presStyleCnt="0"/>
      <dgm:spPr/>
    </dgm:pt>
    <dgm:pt modelId="{761D1DDA-F2E3-9A4C-9D77-A630A23BDFB5}" type="pres">
      <dgm:prSet presAssocID="{E0DF0076-0091-498A-AA8B-15F745921199}" presName="node" presStyleLbl="node1" presStyleIdx="1" presStyleCnt="5">
        <dgm:presLayoutVars>
          <dgm:bulletEnabled val="1"/>
        </dgm:presLayoutVars>
      </dgm:prSet>
      <dgm:spPr/>
    </dgm:pt>
    <dgm:pt modelId="{DEBE6CE0-8DFF-4D41-AD71-538C6DEF0FCE}" type="pres">
      <dgm:prSet presAssocID="{95A41542-0A46-4797-A078-AF848B2F6BFA}" presName="sibTrans" presStyleCnt="0"/>
      <dgm:spPr/>
    </dgm:pt>
    <dgm:pt modelId="{80EAED07-A5C8-574E-B594-AF933A71C92B}" type="pres">
      <dgm:prSet presAssocID="{42563C5F-8118-4828-98F5-8E6CE8AB1FCF}" presName="node" presStyleLbl="node1" presStyleIdx="2" presStyleCnt="5">
        <dgm:presLayoutVars>
          <dgm:bulletEnabled val="1"/>
        </dgm:presLayoutVars>
      </dgm:prSet>
      <dgm:spPr/>
    </dgm:pt>
    <dgm:pt modelId="{CACD2FB1-8CA0-8744-9803-049D7D88389C}" type="pres">
      <dgm:prSet presAssocID="{BBD9F6DA-4BCD-4774-B9D8-10B83609D7EE}" presName="sibTrans" presStyleCnt="0"/>
      <dgm:spPr/>
    </dgm:pt>
    <dgm:pt modelId="{DC4E1CF4-272C-2F49-824B-F8F65BA2F089}" type="pres">
      <dgm:prSet presAssocID="{F50C1651-4290-4068-A8B0-1270DCA3846D}" presName="node" presStyleLbl="node1" presStyleIdx="3" presStyleCnt="5">
        <dgm:presLayoutVars>
          <dgm:bulletEnabled val="1"/>
        </dgm:presLayoutVars>
      </dgm:prSet>
      <dgm:spPr/>
    </dgm:pt>
    <dgm:pt modelId="{3C6DD8DD-D0ED-6743-9679-32BF33E5EEE5}" type="pres">
      <dgm:prSet presAssocID="{07B41841-7F2C-4D4F-A48D-DE19EC53C476}" presName="sibTrans" presStyleCnt="0"/>
      <dgm:spPr/>
    </dgm:pt>
    <dgm:pt modelId="{5095937D-F10E-2E4F-A9FD-96F68A7C559C}" type="pres">
      <dgm:prSet presAssocID="{3C05CB05-E983-466A-94AB-17F8F7321A1F}" presName="node" presStyleLbl="node1" presStyleIdx="4" presStyleCnt="5">
        <dgm:presLayoutVars>
          <dgm:bulletEnabled val="1"/>
        </dgm:presLayoutVars>
      </dgm:prSet>
      <dgm:spPr/>
    </dgm:pt>
  </dgm:ptLst>
  <dgm:cxnLst>
    <dgm:cxn modelId="{C01C3905-8DB9-EE40-8700-24FDC94C045E}" type="presOf" srcId="{3C05CB05-E983-466A-94AB-17F8F7321A1F}" destId="{5095937D-F10E-2E4F-A9FD-96F68A7C559C}" srcOrd="0" destOrd="0" presId="urn:microsoft.com/office/officeart/2005/8/layout/default"/>
    <dgm:cxn modelId="{C57BA90E-A082-4608-9A06-2519C05FC208}" srcId="{FA9066E9-C2FF-4863-9566-DDAC69B0599B}" destId="{42563C5F-8118-4828-98F5-8E6CE8AB1FCF}" srcOrd="2" destOrd="0" parTransId="{66629AEE-99EA-4092-ADED-658F8CDF3626}" sibTransId="{BBD9F6DA-4BCD-4774-B9D8-10B83609D7EE}"/>
    <dgm:cxn modelId="{14FA2A14-1197-4029-A1F5-B87D5053899C}" srcId="{FA9066E9-C2FF-4863-9566-DDAC69B0599B}" destId="{E0DF0076-0091-498A-AA8B-15F745921199}" srcOrd="1" destOrd="0" parTransId="{E11EEBBF-23BA-4953-A533-1EB557BD2EF9}" sibTransId="{95A41542-0A46-4797-A078-AF848B2F6BFA}"/>
    <dgm:cxn modelId="{2D3B2415-1DFE-4049-94F0-C010EAF4049E}" type="presOf" srcId="{E0DF0076-0091-498A-AA8B-15F745921199}" destId="{761D1DDA-F2E3-9A4C-9D77-A630A23BDFB5}" srcOrd="0" destOrd="0" presId="urn:microsoft.com/office/officeart/2005/8/layout/default"/>
    <dgm:cxn modelId="{6119A039-7E7E-0949-B01D-F33714C32CE6}" type="presOf" srcId="{9AAA773B-E4A2-40A9-AA1B-60CCD3D4B1CE}" destId="{7C7B3085-3CF8-AD4D-BEE8-33ECE768CEB3}" srcOrd="0" destOrd="0" presId="urn:microsoft.com/office/officeart/2005/8/layout/default"/>
    <dgm:cxn modelId="{B8E2656E-05BC-1F43-BDDA-0067C523A718}" type="presOf" srcId="{F50C1651-4290-4068-A8B0-1270DCA3846D}" destId="{DC4E1CF4-272C-2F49-824B-F8F65BA2F089}" srcOrd="0" destOrd="0" presId="urn:microsoft.com/office/officeart/2005/8/layout/default"/>
    <dgm:cxn modelId="{987D6091-69DB-415A-9728-0D17677418F6}" srcId="{FA9066E9-C2FF-4863-9566-DDAC69B0599B}" destId="{3C05CB05-E983-466A-94AB-17F8F7321A1F}" srcOrd="4" destOrd="0" parTransId="{F1AA5B86-07F8-4E68-87C7-6C6A65E33DA2}" sibTransId="{67B63661-8268-4C27-A752-A080CD2DD0DF}"/>
    <dgm:cxn modelId="{7D8C549F-4DB3-B44F-8C10-9A714B83D6DD}" type="presOf" srcId="{42563C5F-8118-4828-98F5-8E6CE8AB1FCF}" destId="{80EAED07-A5C8-574E-B594-AF933A71C92B}" srcOrd="0" destOrd="0" presId="urn:microsoft.com/office/officeart/2005/8/layout/default"/>
    <dgm:cxn modelId="{5AD792D0-9F89-6E43-863A-C00C6271E782}" type="presOf" srcId="{FA9066E9-C2FF-4863-9566-DDAC69B0599B}" destId="{EAF7B65E-136F-9347-B6F8-F8992DC8ED2F}" srcOrd="0" destOrd="0" presId="urn:microsoft.com/office/officeart/2005/8/layout/default"/>
    <dgm:cxn modelId="{71FFD0F8-9C2D-4C50-B28A-83822E928F33}" srcId="{FA9066E9-C2FF-4863-9566-DDAC69B0599B}" destId="{9AAA773B-E4A2-40A9-AA1B-60CCD3D4B1CE}" srcOrd="0" destOrd="0" parTransId="{4B118CF0-5AF7-47F6-A32B-A014145640C3}" sibTransId="{AC28B9DD-E913-4BD7-837B-8B4B9CA39BC3}"/>
    <dgm:cxn modelId="{5FCBCBFE-E49F-42A5-A2AA-D08BA68BEB50}" srcId="{FA9066E9-C2FF-4863-9566-DDAC69B0599B}" destId="{F50C1651-4290-4068-A8B0-1270DCA3846D}" srcOrd="3" destOrd="0" parTransId="{8203ADBC-510C-4634-9BA9-F0A12894C3FC}" sibTransId="{07B41841-7F2C-4D4F-A48D-DE19EC53C476}"/>
    <dgm:cxn modelId="{494F4EC3-6C7A-9A4D-BA20-5F366088DF59}" type="presParOf" srcId="{EAF7B65E-136F-9347-B6F8-F8992DC8ED2F}" destId="{7C7B3085-3CF8-AD4D-BEE8-33ECE768CEB3}" srcOrd="0" destOrd="0" presId="urn:microsoft.com/office/officeart/2005/8/layout/default"/>
    <dgm:cxn modelId="{D46B10F9-6C83-4D42-AB9A-1374B55E462E}" type="presParOf" srcId="{EAF7B65E-136F-9347-B6F8-F8992DC8ED2F}" destId="{CC97D9AF-541E-8B4B-9596-D877A3B287AA}" srcOrd="1" destOrd="0" presId="urn:microsoft.com/office/officeart/2005/8/layout/default"/>
    <dgm:cxn modelId="{6B484DA4-3A66-E841-AAF8-1A2676B2E89F}" type="presParOf" srcId="{EAF7B65E-136F-9347-B6F8-F8992DC8ED2F}" destId="{761D1DDA-F2E3-9A4C-9D77-A630A23BDFB5}" srcOrd="2" destOrd="0" presId="urn:microsoft.com/office/officeart/2005/8/layout/default"/>
    <dgm:cxn modelId="{05508A8D-8F59-0046-86A2-50FC3851DD52}" type="presParOf" srcId="{EAF7B65E-136F-9347-B6F8-F8992DC8ED2F}" destId="{DEBE6CE0-8DFF-4D41-AD71-538C6DEF0FCE}" srcOrd="3" destOrd="0" presId="urn:microsoft.com/office/officeart/2005/8/layout/default"/>
    <dgm:cxn modelId="{A85162BA-1050-FB42-9E9A-228A24C77BFB}" type="presParOf" srcId="{EAF7B65E-136F-9347-B6F8-F8992DC8ED2F}" destId="{80EAED07-A5C8-574E-B594-AF933A71C92B}" srcOrd="4" destOrd="0" presId="urn:microsoft.com/office/officeart/2005/8/layout/default"/>
    <dgm:cxn modelId="{BB4E96C4-F02B-964B-9006-A9FB7674851B}" type="presParOf" srcId="{EAF7B65E-136F-9347-B6F8-F8992DC8ED2F}" destId="{CACD2FB1-8CA0-8744-9803-049D7D88389C}" srcOrd="5" destOrd="0" presId="urn:microsoft.com/office/officeart/2005/8/layout/default"/>
    <dgm:cxn modelId="{CE247158-3B06-9B46-B1F3-D23A246F93C7}" type="presParOf" srcId="{EAF7B65E-136F-9347-B6F8-F8992DC8ED2F}" destId="{DC4E1CF4-272C-2F49-824B-F8F65BA2F089}" srcOrd="6" destOrd="0" presId="urn:microsoft.com/office/officeart/2005/8/layout/default"/>
    <dgm:cxn modelId="{12A88B87-8A63-0B44-94F8-2C536797CA00}" type="presParOf" srcId="{EAF7B65E-136F-9347-B6F8-F8992DC8ED2F}" destId="{3C6DD8DD-D0ED-6743-9679-32BF33E5EEE5}" srcOrd="7" destOrd="0" presId="urn:microsoft.com/office/officeart/2005/8/layout/default"/>
    <dgm:cxn modelId="{2BE3B0A7-DA17-E64B-8AB6-26C8AC946620}" type="presParOf" srcId="{EAF7B65E-136F-9347-B6F8-F8992DC8ED2F}" destId="{5095937D-F10E-2E4F-A9FD-96F68A7C559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409C19-09F9-4C21-BABF-FD04F5920B16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BD377DA-C57F-427D-AD06-962A1952F998}">
      <dgm:prSet/>
      <dgm:spPr/>
      <dgm:t>
        <a:bodyPr/>
        <a:lstStyle/>
        <a:p>
          <a:r>
            <a:rPr lang="en-US"/>
            <a:t>Add</a:t>
          </a:r>
        </a:p>
      </dgm:t>
    </dgm:pt>
    <dgm:pt modelId="{90B49BAC-A586-40ED-87E6-4BC303ED081E}" type="parTrans" cxnId="{9233F8F6-3756-4DD0-8BDE-9BD8F3907B33}">
      <dgm:prSet/>
      <dgm:spPr/>
      <dgm:t>
        <a:bodyPr/>
        <a:lstStyle/>
        <a:p>
          <a:endParaRPr lang="en-US"/>
        </a:p>
      </dgm:t>
    </dgm:pt>
    <dgm:pt modelId="{FDA26869-4C69-4A43-8F6C-29619FF46C71}" type="sibTrans" cxnId="{9233F8F6-3756-4DD0-8BDE-9BD8F3907B33}">
      <dgm:prSet/>
      <dgm:spPr/>
      <dgm:t>
        <a:bodyPr/>
        <a:lstStyle/>
        <a:p>
          <a:endParaRPr lang="en-US"/>
        </a:p>
      </dgm:t>
    </dgm:pt>
    <dgm:pt modelId="{7D861A2C-FA94-4CE2-A5DA-053BCBAE464B}">
      <dgm:prSet custT="1"/>
      <dgm:spPr/>
      <dgm:t>
        <a:bodyPr/>
        <a:lstStyle/>
        <a:p>
          <a:r>
            <a:rPr lang="en-US" sz="2400" dirty="0"/>
            <a:t>Add student ID , name and age</a:t>
          </a:r>
        </a:p>
      </dgm:t>
    </dgm:pt>
    <dgm:pt modelId="{3864BBAE-8387-4B92-87EB-ECDE25C689C1}" type="parTrans" cxnId="{5C36C7EE-2C82-44CB-B5AF-64A31115EC37}">
      <dgm:prSet/>
      <dgm:spPr/>
      <dgm:t>
        <a:bodyPr/>
        <a:lstStyle/>
        <a:p>
          <a:endParaRPr lang="en-US"/>
        </a:p>
      </dgm:t>
    </dgm:pt>
    <dgm:pt modelId="{D86DF5DF-6E98-441F-8B78-F38F1C64A135}" type="sibTrans" cxnId="{5C36C7EE-2C82-44CB-B5AF-64A31115EC37}">
      <dgm:prSet/>
      <dgm:spPr/>
      <dgm:t>
        <a:bodyPr/>
        <a:lstStyle/>
        <a:p>
          <a:endParaRPr lang="en-US"/>
        </a:p>
      </dgm:t>
    </dgm:pt>
    <dgm:pt modelId="{871BB4DA-4956-482C-943D-BA733637E03F}">
      <dgm:prSet/>
      <dgm:spPr/>
      <dgm:t>
        <a:bodyPr/>
        <a:lstStyle/>
        <a:p>
          <a:r>
            <a:rPr lang="en-US"/>
            <a:t>Validate</a:t>
          </a:r>
        </a:p>
      </dgm:t>
    </dgm:pt>
    <dgm:pt modelId="{0CD4AB06-5EB3-4443-9EA2-58FD462DE1B9}" type="parTrans" cxnId="{0C9D25EB-AA75-4A08-A920-B5F345D2B3EB}">
      <dgm:prSet/>
      <dgm:spPr/>
      <dgm:t>
        <a:bodyPr/>
        <a:lstStyle/>
        <a:p>
          <a:endParaRPr lang="en-US"/>
        </a:p>
      </dgm:t>
    </dgm:pt>
    <dgm:pt modelId="{60FEF3D1-F142-494A-8FDA-C691DA273B8B}" type="sibTrans" cxnId="{0C9D25EB-AA75-4A08-A920-B5F345D2B3EB}">
      <dgm:prSet/>
      <dgm:spPr/>
      <dgm:t>
        <a:bodyPr/>
        <a:lstStyle/>
        <a:p>
          <a:endParaRPr lang="en-US"/>
        </a:p>
      </dgm:t>
    </dgm:pt>
    <dgm:pt modelId="{D7614C0E-06FA-408D-87E1-2D011C8D6985}">
      <dgm:prSet custT="1"/>
      <dgm:spPr/>
      <dgm:t>
        <a:bodyPr/>
        <a:lstStyle/>
        <a:p>
          <a:r>
            <a:rPr lang="en-US" sz="2400"/>
            <a:t>Validate input before saving</a:t>
          </a:r>
        </a:p>
      </dgm:t>
    </dgm:pt>
    <dgm:pt modelId="{C8C9B909-EA20-4D44-AAD4-D66888037096}" type="parTrans" cxnId="{F248103A-7C29-4222-900D-F2BD0637B05B}">
      <dgm:prSet/>
      <dgm:spPr/>
      <dgm:t>
        <a:bodyPr/>
        <a:lstStyle/>
        <a:p>
          <a:endParaRPr lang="en-US"/>
        </a:p>
      </dgm:t>
    </dgm:pt>
    <dgm:pt modelId="{6F53D54E-F240-4888-A4BD-C60CF9AECBDD}" type="sibTrans" cxnId="{F248103A-7C29-4222-900D-F2BD0637B05B}">
      <dgm:prSet/>
      <dgm:spPr/>
      <dgm:t>
        <a:bodyPr/>
        <a:lstStyle/>
        <a:p>
          <a:endParaRPr lang="en-US"/>
        </a:p>
      </dgm:t>
    </dgm:pt>
    <dgm:pt modelId="{B910B636-973B-457F-85F2-6BD6195BC00C}">
      <dgm:prSet/>
      <dgm:spPr/>
      <dgm:t>
        <a:bodyPr/>
        <a:lstStyle/>
        <a:p>
          <a:r>
            <a:rPr lang="en-US"/>
            <a:t>Store</a:t>
          </a:r>
        </a:p>
      </dgm:t>
    </dgm:pt>
    <dgm:pt modelId="{0786CDA6-5C60-4B41-A690-84909CC83FEB}" type="parTrans" cxnId="{F1CC7BFB-4EBD-4175-A136-5DD2822DCA3A}">
      <dgm:prSet/>
      <dgm:spPr/>
      <dgm:t>
        <a:bodyPr/>
        <a:lstStyle/>
        <a:p>
          <a:endParaRPr lang="en-US"/>
        </a:p>
      </dgm:t>
    </dgm:pt>
    <dgm:pt modelId="{7C2D3DF6-1DF4-4D19-8E1E-F00E8904CC4A}" type="sibTrans" cxnId="{F1CC7BFB-4EBD-4175-A136-5DD2822DCA3A}">
      <dgm:prSet/>
      <dgm:spPr/>
      <dgm:t>
        <a:bodyPr/>
        <a:lstStyle/>
        <a:p>
          <a:endParaRPr lang="en-US"/>
        </a:p>
      </dgm:t>
    </dgm:pt>
    <dgm:pt modelId="{F66ECC0A-7CC9-4D57-B98D-EF1E49DC8496}">
      <dgm:prSet custT="1"/>
      <dgm:spPr/>
      <dgm:t>
        <a:bodyPr/>
        <a:lstStyle/>
        <a:p>
          <a:r>
            <a:rPr lang="en-US" sz="2400" dirty="0"/>
            <a:t>Store student data in MySQL</a:t>
          </a:r>
        </a:p>
      </dgm:t>
    </dgm:pt>
    <dgm:pt modelId="{5C1A38D5-3EFE-42DD-A545-4E5EE8A2E7ED}" type="parTrans" cxnId="{91BFA35A-FBBB-4DBC-9622-C055CCF72C4D}">
      <dgm:prSet/>
      <dgm:spPr/>
      <dgm:t>
        <a:bodyPr/>
        <a:lstStyle/>
        <a:p>
          <a:endParaRPr lang="en-US"/>
        </a:p>
      </dgm:t>
    </dgm:pt>
    <dgm:pt modelId="{4EF74747-EB9B-446B-A905-94DE62EB80B0}" type="sibTrans" cxnId="{91BFA35A-FBBB-4DBC-9622-C055CCF72C4D}">
      <dgm:prSet/>
      <dgm:spPr/>
      <dgm:t>
        <a:bodyPr/>
        <a:lstStyle/>
        <a:p>
          <a:endParaRPr lang="en-US"/>
        </a:p>
      </dgm:t>
    </dgm:pt>
    <dgm:pt modelId="{12A4DB41-EF0E-4948-9915-39969F33C6DB}">
      <dgm:prSet/>
      <dgm:spPr/>
      <dgm:t>
        <a:bodyPr/>
        <a:lstStyle/>
        <a:p>
          <a:r>
            <a:rPr lang="en-US"/>
            <a:t>Display</a:t>
          </a:r>
        </a:p>
      </dgm:t>
    </dgm:pt>
    <dgm:pt modelId="{43400639-EBC9-4A8E-9141-0AF29D4EF4FC}" type="parTrans" cxnId="{D1A06A35-09DF-4273-ADEC-E77F0FD1FE23}">
      <dgm:prSet/>
      <dgm:spPr/>
      <dgm:t>
        <a:bodyPr/>
        <a:lstStyle/>
        <a:p>
          <a:endParaRPr lang="en-US"/>
        </a:p>
      </dgm:t>
    </dgm:pt>
    <dgm:pt modelId="{72F6FBF3-9DC8-4E5A-9EC5-F633922D4BB0}" type="sibTrans" cxnId="{D1A06A35-09DF-4273-ADEC-E77F0FD1FE23}">
      <dgm:prSet/>
      <dgm:spPr/>
      <dgm:t>
        <a:bodyPr/>
        <a:lstStyle/>
        <a:p>
          <a:endParaRPr lang="en-US"/>
        </a:p>
      </dgm:t>
    </dgm:pt>
    <dgm:pt modelId="{DDF50EF1-01F8-437C-8BE2-42EF4CB53B48}">
      <dgm:prSet custT="1"/>
      <dgm:spPr/>
      <dgm:t>
        <a:bodyPr/>
        <a:lstStyle/>
        <a:p>
          <a:r>
            <a:rPr lang="en-US" sz="2400" dirty="0"/>
            <a:t>Display students in the report</a:t>
          </a:r>
        </a:p>
      </dgm:t>
    </dgm:pt>
    <dgm:pt modelId="{96E8ED3E-099D-45CD-937A-5D23710990AD}" type="parTrans" cxnId="{3F1AFADA-F6B3-4E9D-A9DC-96992DE8A30E}">
      <dgm:prSet/>
      <dgm:spPr/>
      <dgm:t>
        <a:bodyPr/>
        <a:lstStyle/>
        <a:p>
          <a:endParaRPr lang="en-US"/>
        </a:p>
      </dgm:t>
    </dgm:pt>
    <dgm:pt modelId="{D93C98BD-BC95-4E9A-8254-CFF0DD87B63D}" type="sibTrans" cxnId="{3F1AFADA-F6B3-4E9D-A9DC-96992DE8A30E}">
      <dgm:prSet/>
      <dgm:spPr/>
      <dgm:t>
        <a:bodyPr/>
        <a:lstStyle/>
        <a:p>
          <a:endParaRPr lang="en-US"/>
        </a:p>
      </dgm:t>
    </dgm:pt>
    <dgm:pt modelId="{07A51861-F4FF-0F4A-A0B7-8F55108A88B6}" type="pres">
      <dgm:prSet presAssocID="{3E409C19-09F9-4C21-BABF-FD04F5920B16}" presName="Name0" presStyleCnt="0">
        <dgm:presLayoutVars>
          <dgm:dir/>
          <dgm:animLvl val="lvl"/>
          <dgm:resizeHandles val="exact"/>
        </dgm:presLayoutVars>
      </dgm:prSet>
      <dgm:spPr/>
    </dgm:pt>
    <dgm:pt modelId="{7AB68F9B-B1B5-AF46-9900-12BF14CA05C5}" type="pres">
      <dgm:prSet presAssocID="{4BD377DA-C57F-427D-AD06-962A1952F998}" presName="composite" presStyleCnt="0"/>
      <dgm:spPr/>
    </dgm:pt>
    <dgm:pt modelId="{5F175C87-16FC-B141-BC3D-959404E37332}" type="pres">
      <dgm:prSet presAssocID="{4BD377DA-C57F-427D-AD06-962A1952F998}" presName="parTx" presStyleLbl="alignNode1" presStyleIdx="0" presStyleCnt="4">
        <dgm:presLayoutVars>
          <dgm:chMax val="0"/>
          <dgm:chPref val="0"/>
        </dgm:presLayoutVars>
      </dgm:prSet>
      <dgm:spPr/>
    </dgm:pt>
    <dgm:pt modelId="{DC6A5D22-E7C6-E040-9E43-2566A8D694FD}" type="pres">
      <dgm:prSet presAssocID="{4BD377DA-C57F-427D-AD06-962A1952F998}" presName="desTx" presStyleLbl="alignAccFollowNode1" presStyleIdx="0" presStyleCnt="4">
        <dgm:presLayoutVars/>
      </dgm:prSet>
      <dgm:spPr/>
    </dgm:pt>
    <dgm:pt modelId="{E9E9905A-E378-D842-8799-992CE97ABC8D}" type="pres">
      <dgm:prSet presAssocID="{FDA26869-4C69-4A43-8F6C-29619FF46C71}" presName="space" presStyleCnt="0"/>
      <dgm:spPr/>
    </dgm:pt>
    <dgm:pt modelId="{EC59D668-3E70-F74A-A3C2-5A256551BF9A}" type="pres">
      <dgm:prSet presAssocID="{871BB4DA-4956-482C-943D-BA733637E03F}" presName="composite" presStyleCnt="0"/>
      <dgm:spPr/>
    </dgm:pt>
    <dgm:pt modelId="{F8D06CDC-763C-7245-9151-5C6CC87447FA}" type="pres">
      <dgm:prSet presAssocID="{871BB4DA-4956-482C-943D-BA733637E03F}" presName="parTx" presStyleLbl="alignNode1" presStyleIdx="1" presStyleCnt="4">
        <dgm:presLayoutVars>
          <dgm:chMax val="0"/>
          <dgm:chPref val="0"/>
        </dgm:presLayoutVars>
      </dgm:prSet>
      <dgm:spPr/>
    </dgm:pt>
    <dgm:pt modelId="{1C1D1A59-8801-F345-B86B-F75A33D4E520}" type="pres">
      <dgm:prSet presAssocID="{871BB4DA-4956-482C-943D-BA733637E03F}" presName="desTx" presStyleLbl="alignAccFollowNode1" presStyleIdx="1" presStyleCnt="4">
        <dgm:presLayoutVars/>
      </dgm:prSet>
      <dgm:spPr/>
    </dgm:pt>
    <dgm:pt modelId="{612E7B9D-BC46-2E4F-939D-235E4515AF61}" type="pres">
      <dgm:prSet presAssocID="{60FEF3D1-F142-494A-8FDA-C691DA273B8B}" presName="space" presStyleCnt="0"/>
      <dgm:spPr/>
    </dgm:pt>
    <dgm:pt modelId="{597476CE-D502-2C42-A9EB-67579995E143}" type="pres">
      <dgm:prSet presAssocID="{B910B636-973B-457F-85F2-6BD6195BC00C}" presName="composite" presStyleCnt="0"/>
      <dgm:spPr/>
    </dgm:pt>
    <dgm:pt modelId="{528DC845-D230-AB4B-A786-A32044BF3684}" type="pres">
      <dgm:prSet presAssocID="{B910B636-973B-457F-85F2-6BD6195BC00C}" presName="parTx" presStyleLbl="alignNode1" presStyleIdx="2" presStyleCnt="4">
        <dgm:presLayoutVars>
          <dgm:chMax val="0"/>
          <dgm:chPref val="0"/>
        </dgm:presLayoutVars>
      </dgm:prSet>
      <dgm:spPr/>
    </dgm:pt>
    <dgm:pt modelId="{E89E01D5-97D0-E848-A858-6B29466AF337}" type="pres">
      <dgm:prSet presAssocID="{B910B636-973B-457F-85F2-6BD6195BC00C}" presName="desTx" presStyleLbl="alignAccFollowNode1" presStyleIdx="2" presStyleCnt="4">
        <dgm:presLayoutVars/>
      </dgm:prSet>
      <dgm:spPr/>
    </dgm:pt>
    <dgm:pt modelId="{32ADE797-A13B-504A-ADFF-99548AE9B20E}" type="pres">
      <dgm:prSet presAssocID="{7C2D3DF6-1DF4-4D19-8E1E-F00E8904CC4A}" presName="space" presStyleCnt="0"/>
      <dgm:spPr/>
    </dgm:pt>
    <dgm:pt modelId="{9D33CE2D-CAE2-FE44-A53A-FC34E605913F}" type="pres">
      <dgm:prSet presAssocID="{12A4DB41-EF0E-4948-9915-39969F33C6DB}" presName="composite" presStyleCnt="0"/>
      <dgm:spPr/>
    </dgm:pt>
    <dgm:pt modelId="{694BE33D-6E14-EC41-A098-B85925BA701F}" type="pres">
      <dgm:prSet presAssocID="{12A4DB41-EF0E-4948-9915-39969F33C6DB}" presName="parTx" presStyleLbl="alignNode1" presStyleIdx="3" presStyleCnt="4">
        <dgm:presLayoutVars>
          <dgm:chMax val="0"/>
          <dgm:chPref val="0"/>
        </dgm:presLayoutVars>
      </dgm:prSet>
      <dgm:spPr/>
    </dgm:pt>
    <dgm:pt modelId="{A9121360-428E-A44B-B225-06E650DE511D}" type="pres">
      <dgm:prSet presAssocID="{12A4DB41-EF0E-4948-9915-39969F33C6DB}" presName="desTx" presStyleLbl="alignAccFollowNode1" presStyleIdx="3" presStyleCnt="4">
        <dgm:presLayoutVars/>
      </dgm:prSet>
      <dgm:spPr/>
    </dgm:pt>
  </dgm:ptLst>
  <dgm:cxnLst>
    <dgm:cxn modelId="{CEDB8D12-75F4-AA47-A683-17770349CDF1}" type="presOf" srcId="{7D861A2C-FA94-4CE2-A5DA-053BCBAE464B}" destId="{DC6A5D22-E7C6-E040-9E43-2566A8D694FD}" srcOrd="0" destOrd="0" presId="urn:microsoft.com/office/officeart/2016/7/layout/HorizontalActionList"/>
    <dgm:cxn modelId="{00A07D14-1030-564E-B3EC-C55FDF7F4C68}" type="presOf" srcId="{871BB4DA-4956-482C-943D-BA733637E03F}" destId="{F8D06CDC-763C-7245-9151-5C6CC87447FA}" srcOrd="0" destOrd="0" presId="urn:microsoft.com/office/officeart/2016/7/layout/HorizontalActionList"/>
    <dgm:cxn modelId="{FE6B1921-F5F8-6F42-9B45-B39189D99756}" type="presOf" srcId="{DDF50EF1-01F8-437C-8BE2-42EF4CB53B48}" destId="{A9121360-428E-A44B-B225-06E650DE511D}" srcOrd="0" destOrd="0" presId="urn:microsoft.com/office/officeart/2016/7/layout/HorizontalActionList"/>
    <dgm:cxn modelId="{1E840931-898A-B442-A3ED-954F591C6EA2}" type="presOf" srcId="{B910B636-973B-457F-85F2-6BD6195BC00C}" destId="{528DC845-D230-AB4B-A786-A32044BF3684}" srcOrd="0" destOrd="0" presId="urn:microsoft.com/office/officeart/2016/7/layout/HorizontalActionList"/>
    <dgm:cxn modelId="{D1A06A35-09DF-4273-ADEC-E77F0FD1FE23}" srcId="{3E409C19-09F9-4C21-BABF-FD04F5920B16}" destId="{12A4DB41-EF0E-4948-9915-39969F33C6DB}" srcOrd="3" destOrd="0" parTransId="{43400639-EBC9-4A8E-9141-0AF29D4EF4FC}" sibTransId="{72F6FBF3-9DC8-4E5A-9EC5-F633922D4BB0}"/>
    <dgm:cxn modelId="{F248103A-7C29-4222-900D-F2BD0637B05B}" srcId="{871BB4DA-4956-482C-943D-BA733637E03F}" destId="{D7614C0E-06FA-408D-87E1-2D011C8D6985}" srcOrd="0" destOrd="0" parTransId="{C8C9B909-EA20-4D44-AAD4-D66888037096}" sibTransId="{6F53D54E-F240-4888-A4BD-C60CF9AECBDD}"/>
    <dgm:cxn modelId="{DB335554-74C9-8747-AF61-E11D83C925E6}" type="presOf" srcId="{F66ECC0A-7CC9-4D57-B98D-EF1E49DC8496}" destId="{E89E01D5-97D0-E848-A858-6B29466AF337}" srcOrd="0" destOrd="0" presId="urn:microsoft.com/office/officeart/2016/7/layout/HorizontalActionList"/>
    <dgm:cxn modelId="{91BFA35A-FBBB-4DBC-9622-C055CCF72C4D}" srcId="{B910B636-973B-457F-85F2-6BD6195BC00C}" destId="{F66ECC0A-7CC9-4D57-B98D-EF1E49DC8496}" srcOrd="0" destOrd="0" parTransId="{5C1A38D5-3EFE-42DD-A545-4E5EE8A2E7ED}" sibTransId="{4EF74747-EB9B-446B-A905-94DE62EB80B0}"/>
    <dgm:cxn modelId="{EFC39B61-CCE7-5C43-BED4-88D2B01BC2B8}" type="presOf" srcId="{4BD377DA-C57F-427D-AD06-962A1952F998}" destId="{5F175C87-16FC-B141-BC3D-959404E37332}" srcOrd="0" destOrd="0" presId="urn:microsoft.com/office/officeart/2016/7/layout/HorizontalActionList"/>
    <dgm:cxn modelId="{866EB264-56A8-4A45-89DB-89496608D32D}" type="presOf" srcId="{D7614C0E-06FA-408D-87E1-2D011C8D6985}" destId="{1C1D1A59-8801-F345-B86B-F75A33D4E520}" srcOrd="0" destOrd="0" presId="urn:microsoft.com/office/officeart/2016/7/layout/HorizontalActionList"/>
    <dgm:cxn modelId="{DBD8CA82-91D4-3042-AA71-A8F45FF6A32A}" type="presOf" srcId="{3E409C19-09F9-4C21-BABF-FD04F5920B16}" destId="{07A51861-F4FF-0F4A-A0B7-8F55108A88B6}" srcOrd="0" destOrd="0" presId="urn:microsoft.com/office/officeart/2016/7/layout/HorizontalActionList"/>
    <dgm:cxn modelId="{02E1EBA5-8F49-4742-989F-7BBC6C3AB032}" type="presOf" srcId="{12A4DB41-EF0E-4948-9915-39969F33C6DB}" destId="{694BE33D-6E14-EC41-A098-B85925BA701F}" srcOrd="0" destOrd="0" presId="urn:microsoft.com/office/officeart/2016/7/layout/HorizontalActionList"/>
    <dgm:cxn modelId="{3F1AFADA-F6B3-4E9D-A9DC-96992DE8A30E}" srcId="{12A4DB41-EF0E-4948-9915-39969F33C6DB}" destId="{DDF50EF1-01F8-437C-8BE2-42EF4CB53B48}" srcOrd="0" destOrd="0" parTransId="{96E8ED3E-099D-45CD-937A-5D23710990AD}" sibTransId="{D93C98BD-BC95-4E9A-8254-CFF0DD87B63D}"/>
    <dgm:cxn modelId="{0C9D25EB-AA75-4A08-A920-B5F345D2B3EB}" srcId="{3E409C19-09F9-4C21-BABF-FD04F5920B16}" destId="{871BB4DA-4956-482C-943D-BA733637E03F}" srcOrd="1" destOrd="0" parTransId="{0CD4AB06-5EB3-4443-9EA2-58FD462DE1B9}" sibTransId="{60FEF3D1-F142-494A-8FDA-C691DA273B8B}"/>
    <dgm:cxn modelId="{5C36C7EE-2C82-44CB-B5AF-64A31115EC37}" srcId="{4BD377DA-C57F-427D-AD06-962A1952F998}" destId="{7D861A2C-FA94-4CE2-A5DA-053BCBAE464B}" srcOrd="0" destOrd="0" parTransId="{3864BBAE-8387-4B92-87EB-ECDE25C689C1}" sibTransId="{D86DF5DF-6E98-441F-8B78-F38F1C64A135}"/>
    <dgm:cxn modelId="{9233F8F6-3756-4DD0-8BDE-9BD8F3907B33}" srcId="{3E409C19-09F9-4C21-BABF-FD04F5920B16}" destId="{4BD377DA-C57F-427D-AD06-962A1952F998}" srcOrd="0" destOrd="0" parTransId="{90B49BAC-A586-40ED-87E6-4BC303ED081E}" sibTransId="{FDA26869-4C69-4A43-8F6C-29619FF46C71}"/>
    <dgm:cxn modelId="{F1CC7BFB-4EBD-4175-A136-5DD2822DCA3A}" srcId="{3E409C19-09F9-4C21-BABF-FD04F5920B16}" destId="{B910B636-973B-457F-85F2-6BD6195BC00C}" srcOrd="2" destOrd="0" parTransId="{0786CDA6-5C60-4B41-A690-84909CC83FEB}" sibTransId="{7C2D3DF6-1DF4-4D19-8E1E-F00E8904CC4A}"/>
    <dgm:cxn modelId="{93C7BFA0-F2B3-4F44-8D86-9D61D1D42671}" type="presParOf" srcId="{07A51861-F4FF-0F4A-A0B7-8F55108A88B6}" destId="{7AB68F9B-B1B5-AF46-9900-12BF14CA05C5}" srcOrd="0" destOrd="0" presId="urn:microsoft.com/office/officeart/2016/7/layout/HorizontalActionList"/>
    <dgm:cxn modelId="{51A73372-7541-2946-BC9C-1BA6078E80FF}" type="presParOf" srcId="{7AB68F9B-B1B5-AF46-9900-12BF14CA05C5}" destId="{5F175C87-16FC-B141-BC3D-959404E37332}" srcOrd="0" destOrd="0" presId="urn:microsoft.com/office/officeart/2016/7/layout/HorizontalActionList"/>
    <dgm:cxn modelId="{F7909A70-BF85-8D42-8413-99FA4231DA14}" type="presParOf" srcId="{7AB68F9B-B1B5-AF46-9900-12BF14CA05C5}" destId="{DC6A5D22-E7C6-E040-9E43-2566A8D694FD}" srcOrd="1" destOrd="0" presId="urn:microsoft.com/office/officeart/2016/7/layout/HorizontalActionList"/>
    <dgm:cxn modelId="{BAEF6785-A24E-3247-B09D-A5B88EC826EB}" type="presParOf" srcId="{07A51861-F4FF-0F4A-A0B7-8F55108A88B6}" destId="{E9E9905A-E378-D842-8799-992CE97ABC8D}" srcOrd="1" destOrd="0" presId="urn:microsoft.com/office/officeart/2016/7/layout/HorizontalActionList"/>
    <dgm:cxn modelId="{AA6663B9-90B7-4743-B43B-89A77E3F9827}" type="presParOf" srcId="{07A51861-F4FF-0F4A-A0B7-8F55108A88B6}" destId="{EC59D668-3E70-F74A-A3C2-5A256551BF9A}" srcOrd="2" destOrd="0" presId="urn:microsoft.com/office/officeart/2016/7/layout/HorizontalActionList"/>
    <dgm:cxn modelId="{F69943B9-7476-7943-903C-89D8023F166C}" type="presParOf" srcId="{EC59D668-3E70-F74A-A3C2-5A256551BF9A}" destId="{F8D06CDC-763C-7245-9151-5C6CC87447FA}" srcOrd="0" destOrd="0" presId="urn:microsoft.com/office/officeart/2016/7/layout/HorizontalActionList"/>
    <dgm:cxn modelId="{323BC115-1013-8741-815A-23785C2E2192}" type="presParOf" srcId="{EC59D668-3E70-F74A-A3C2-5A256551BF9A}" destId="{1C1D1A59-8801-F345-B86B-F75A33D4E520}" srcOrd="1" destOrd="0" presId="urn:microsoft.com/office/officeart/2016/7/layout/HorizontalActionList"/>
    <dgm:cxn modelId="{1064E800-C59D-D94E-8BEC-77BA67472508}" type="presParOf" srcId="{07A51861-F4FF-0F4A-A0B7-8F55108A88B6}" destId="{612E7B9D-BC46-2E4F-939D-235E4515AF61}" srcOrd="3" destOrd="0" presId="urn:microsoft.com/office/officeart/2016/7/layout/HorizontalActionList"/>
    <dgm:cxn modelId="{89D20BAB-377A-0E46-B027-70E53837FC6C}" type="presParOf" srcId="{07A51861-F4FF-0F4A-A0B7-8F55108A88B6}" destId="{597476CE-D502-2C42-A9EB-67579995E143}" srcOrd="4" destOrd="0" presId="urn:microsoft.com/office/officeart/2016/7/layout/HorizontalActionList"/>
    <dgm:cxn modelId="{8A587EAA-C561-E946-B7A6-72E0B28C449A}" type="presParOf" srcId="{597476CE-D502-2C42-A9EB-67579995E143}" destId="{528DC845-D230-AB4B-A786-A32044BF3684}" srcOrd="0" destOrd="0" presId="urn:microsoft.com/office/officeart/2016/7/layout/HorizontalActionList"/>
    <dgm:cxn modelId="{1A617AE1-186C-9249-9F65-7CCBFF5FC466}" type="presParOf" srcId="{597476CE-D502-2C42-A9EB-67579995E143}" destId="{E89E01D5-97D0-E848-A858-6B29466AF337}" srcOrd="1" destOrd="0" presId="urn:microsoft.com/office/officeart/2016/7/layout/HorizontalActionList"/>
    <dgm:cxn modelId="{B9BE93D7-0773-8F4B-88D0-922C4CD16DE6}" type="presParOf" srcId="{07A51861-F4FF-0F4A-A0B7-8F55108A88B6}" destId="{32ADE797-A13B-504A-ADFF-99548AE9B20E}" srcOrd="5" destOrd="0" presId="urn:microsoft.com/office/officeart/2016/7/layout/HorizontalActionList"/>
    <dgm:cxn modelId="{2806A0A8-DEE6-744E-B729-57A081DF1036}" type="presParOf" srcId="{07A51861-F4FF-0F4A-A0B7-8F55108A88B6}" destId="{9D33CE2D-CAE2-FE44-A53A-FC34E605913F}" srcOrd="6" destOrd="0" presId="urn:microsoft.com/office/officeart/2016/7/layout/HorizontalActionList"/>
    <dgm:cxn modelId="{E6548D32-0062-FD40-9973-6E3C31125E91}" type="presParOf" srcId="{9D33CE2D-CAE2-FE44-A53A-FC34E605913F}" destId="{694BE33D-6E14-EC41-A098-B85925BA701F}" srcOrd="0" destOrd="0" presId="urn:microsoft.com/office/officeart/2016/7/layout/HorizontalActionList"/>
    <dgm:cxn modelId="{749C29A1-0ABE-6549-AD5E-2EFAE292A757}" type="presParOf" srcId="{9D33CE2D-CAE2-FE44-A53A-FC34E605913F}" destId="{A9121360-428E-A44B-B225-06E650DE511D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9C0D0D-8538-4222-8E20-D4EB77CDD01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E912EBB-7801-42A2-9721-B9093B7C531F}">
      <dgm:prSet/>
      <dgm:spPr/>
      <dgm:t>
        <a:bodyPr/>
        <a:lstStyle/>
        <a:p>
          <a:r>
            <a:rPr lang="en-GB"/>
            <a:t>Add course code, title, and credits</a:t>
          </a:r>
          <a:endParaRPr lang="en-US"/>
        </a:p>
      </dgm:t>
    </dgm:pt>
    <dgm:pt modelId="{185EF0F9-C85E-4C8B-941F-6386039516A6}" type="parTrans" cxnId="{E9E9E13E-E689-4A54-8960-882C4950E73A}">
      <dgm:prSet/>
      <dgm:spPr/>
      <dgm:t>
        <a:bodyPr/>
        <a:lstStyle/>
        <a:p>
          <a:endParaRPr lang="en-US"/>
        </a:p>
      </dgm:t>
    </dgm:pt>
    <dgm:pt modelId="{EFFCA63F-F91B-40F7-A8F5-956AF3658233}" type="sibTrans" cxnId="{E9E9E13E-E689-4A54-8960-882C4950E73A}">
      <dgm:prSet/>
      <dgm:spPr/>
      <dgm:t>
        <a:bodyPr/>
        <a:lstStyle/>
        <a:p>
          <a:endParaRPr lang="en-US"/>
        </a:p>
      </dgm:t>
    </dgm:pt>
    <dgm:pt modelId="{517629EA-5E6F-41EC-91ED-A94DE67E4529}">
      <dgm:prSet/>
      <dgm:spPr/>
      <dgm:t>
        <a:bodyPr/>
        <a:lstStyle/>
        <a:p>
          <a:r>
            <a:rPr lang="en-GB"/>
            <a:t>Prevent empty or invalid inputs</a:t>
          </a:r>
          <a:endParaRPr lang="en-US"/>
        </a:p>
      </dgm:t>
    </dgm:pt>
    <dgm:pt modelId="{5D8B0106-ADD2-4C42-8946-6114D14BE12E}" type="parTrans" cxnId="{97E0DDEB-9C91-4986-A76D-58461320D88C}">
      <dgm:prSet/>
      <dgm:spPr/>
      <dgm:t>
        <a:bodyPr/>
        <a:lstStyle/>
        <a:p>
          <a:endParaRPr lang="en-US"/>
        </a:p>
      </dgm:t>
    </dgm:pt>
    <dgm:pt modelId="{875FF8D6-02C2-48E5-B29B-31519C5B5CE6}" type="sibTrans" cxnId="{97E0DDEB-9C91-4986-A76D-58461320D88C}">
      <dgm:prSet/>
      <dgm:spPr/>
      <dgm:t>
        <a:bodyPr/>
        <a:lstStyle/>
        <a:p>
          <a:endParaRPr lang="en-US"/>
        </a:p>
      </dgm:t>
    </dgm:pt>
    <dgm:pt modelId="{0F78539B-EADD-4C9B-8EA3-DD0EB36B5D59}">
      <dgm:prSet/>
      <dgm:spPr/>
      <dgm:t>
        <a:bodyPr/>
        <a:lstStyle/>
        <a:p>
          <a:r>
            <a:rPr lang="en-US"/>
            <a:t>Save course details to database</a:t>
          </a:r>
        </a:p>
      </dgm:t>
    </dgm:pt>
    <dgm:pt modelId="{3A64DDA3-BF0D-4AC3-AC94-EA423A73E2A9}" type="parTrans" cxnId="{A2753853-C766-4CE0-8F60-BF7032330DA7}">
      <dgm:prSet/>
      <dgm:spPr/>
      <dgm:t>
        <a:bodyPr/>
        <a:lstStyle/>
        <a:p>
          <a:endParaRPr lang="en-US"/>
        </a:p>
      </dgm:t>
    </dgm:pt>
    <dgm:pt modelId="{85D9BBC1-C361-4462-AC4B-8FCB174E0B4C}" type="sibTrans" cxnId="{A2753853-C766-4CE0-8F60-BF7032330DA7}">
      <dgm:prSet/>
      <dgm:spPr/>
      <dgm:t>
        <a:bodyPr/>
        <a:lstStyle/>
        <a:p>
          <a:endParaRPr lang="en-US"/>
        </a:p>
      </dgm:t>
    </dgm:pt>
    <dgm:pt modelId="{124948CE-AA3A-4F19-840E-CD0EEE95D3A6}">
      <dgm:prSet/>
      <dgm:spPr/>
      <dgm:t>
        <a:bodyPr/>
        <a:lstStyle/>
        <a:p>
          <a:r>
            <a:rPr lang="en-US"/>
            <a:t>Load course for enrollment</a:t>
          </a:r>
        </a:p>
      </dgm:t>
    </dgm:pt>
    <dgm:pt modelId="{CE926EA9-C35D-48EC-8D4A-71D964B67C99}" type="parTrans" cxnId="{7489C162-D8A2-4EBC-8417-CDFE228FF26F}">
      <dgm:prSet/>
      <dgm:spPr/>
      <dgm:t>
        <a:bodyPr/>
        <a:lstStyle/>
        <a:p>
          <a:endParaRPr lang="en-US"/>
        </a:p>
      </dgm:t>
    </dgm:pt>
    <dgm:pt modelId="{AD0995BC-BE92-4228-B273-5C10DEABB9E8}" type="sibTrans" cxnId="{7489C162-D8A2-4EBC-8417-CDFE228FF26F}">
      <dgm:prSet/>
      <dgm:spPr/>
      <dgm:t>
        <a:bodyPr/>
        <a:lstStyle/>
        <a:p>
          <a:endParaRPr lang="en-US"/>
        </a:p>
      </dgm:t>
    </dgm:pt>
    <dgm:pt modelId="{097CE51A-AA16-F247-9E24-5D095DDDED7F}" type="pres">
      <dgm:prSet presAssocID="{5D9C0D0D-8538-4222-8E20-D4EB77CDD016}" presName="outerComposite" presStyleCnt="0">
        <dgm:presLayoutVars>
          <dgm:chMax val="5"/>
          <dgm:dir/>
          <dgm:resizeHandles val="exact"/>
        </dgm:presLayoutVars>
      </dgm:prSet>
      <dgm:spPr/>
    </dgm:pt>
    <dgm:pt modelId="{754C6C9C-2D46-6942-A48E-DF51AD4CFCA2}" type="pres">
      <dgm:prSet presAssocID="{5D9C0D0D-8538-4222-8E20-D4EB77CDD016}" presName="dummyMaxCanvas" presStyleCnt="0">
        <dgm:presLayoutVars/>
      </dgm:prSet>
      <dgm:spPr/>
    </dgm:pt>
    <dgm:pt modelId="{5FA13687-A20D-E043-B325-1700FA773D05}" type="pres">
      <dgm:prSet presAssocID="{5D9C0D0D-8538-4222-8E20-D4EB77CDD016}" presName="FourNodes_1" presStyleLbl="node1" presStyleIdx="0" presStyleCnt="4">
        <dgm:presLayoutVars>
          <dgm:bulletEnabled val="1"/>
        </dgm:presLayoutVars>
      </dgm:prSet>
      <dgm:spPr/>
    </dgm:pt>
    <dgm:pt modelId="{F916451D-B30E-AC48-9EE1-EEA3B128FA7C}" type="pres">
      <dgm:prSet presAssocID="{5D9C0D0D-8538-4222-8E20-D4EB77CDD016}" presName="FourNodes_2" presStyleLbl="node1" presStyleIdx="1" presStyleCnt="4">
        <dgm:presLayoutVars>
          <dgm:bulletEnabled val="1"/>
        </dgm:presLayoutVars>
      </dgm:prSet>
      <dgm:spPr/>
    </dgm:pt>
    <dgm:pt modelId="{11285C35-DF13-BD4A-8DFF-933736B67691}" type="pres">
      <dgm:prSet presAssocID="{5D9C0D0D-8538-4222-8E20-D4EB77CDD016}" presName="FourNodes_3" presStyleLbl="node1" presStyleIdx="2" presStyleCnt="4">
        <dgm:presLayoutVars>
          <dgm:bulletEnabled val="1"/>
        </dgm:presLayoutVars>
      </dgm:prSet>
      <dgm:spPr/>
    </dgm:pt>
    <dgm:pt modelId="{53B519A1-26C2-6D45-A80C-36B3B4851F2E}" type="pres">
      <dgm:prSet presAssocID="{5D9C0D0D-8538-4222-8E20-D4EB77CDD016}" presName="FourNodes_4" presStyleLbl="node1" presStyleIdx="3" presStyleCnt="4">
        <dgm:presLayoutVars>
          <dgm:bulletEnabled val="1"/>
        </dgm:presLayoutVars>
      </dgm:prSet>
      <dgm:spPr/>
    </dgm:pt>
    <dgm:pt modelId="{3268D7E7-EBE9-724B-8BD0-835D75B8CDEE}" type="pres">
      <dgm:prSet presAssocID="{5D9C0D0D-8538-4222-8E20-D4EB77CDD016}" presName="FourConn_1-2" presStyleLbl="fgAccFollowNode1" presStyleIdx="0" presStyleCnt="3">
        <dgm:presLayoutVars>
          <dgm:bulletEnabled val="1"/>
        </dgm:presLayoutVars>
      </dgm:prSet>
      <dgm:spPr/>
    </dgm:pt>
    <dgm:pt modelId="{5ECB1BD8-7212-F343-85F8-F346868CC206}" type="pres">
      <dgm:prSet presAssocID="{5D9C0D0D-8538-4222-8E20-D4EB77CDD016}" presName="FourConn_2-3" presStyleLbl="fgAccFollowNode1" presStyleIdx="1" presStyleCnt="3">
        <dgm:presLayoutVars>
          <dgm:bulletEnabled val="1"/>
        </dgm:presLayoutVars>
      </dgm:prSet>
      <dgm:spPr/>
    </dgm:pt>
    <dgm:pt modelId="{3AD5BB98-7A9D-2444-9203-C86565C26FA0}" type="pres">
      <dgm:prSet presAssocID="{5D9C0D0D-8538-4222-8E20-D4EB77CDD016}" presName="FourConn_3-4" presStyleLbl="fgAccFollowNode1" presStyleIdx="2" presStyleCnt="3">
        <dgm:presLayoutVars>
          <dgm:bulletEnabled val="1"/>
        </dgm:presLayoutVars>
      </dgm:prSet>
      <dgm:spPr/>
    </dgm:pt>
    <dgm:pt modelId="{0609A59D-51DC-074A-8F07-AA880EA520BD}" type="pres">
      <dgm:prSet presAssocID="{5D9C0D0D-8538-4222-8E20-D4EB77CDD016}" presName="FourNodes_1_text" presStyleLbl="node1" presStyleIdx="3" presStyleCnt="4">
        <dgm:presLayoutVars>
          <dgm:bulletEnabled val="1"/>
        </dgm:presLayoutVars>
      </dgm:prSet>
      <dgm:spPr/>
    </dgm:pt>
    <dgm:pt modelId="{673D1258-63E2-424E-9E6F-DC36C2F7525D}" type="pres">
      <dgm:prSet presAssocID="{5D9C0D0D-8538-4222-8E20-D4EB77CDD016}" presName="FourNodes_2_text" presStyleLbl="node1" presStyleIdx="3" presStyleCnt="4">
        <dgm:presLayoutVars>
          <dgm:bulletEnabled val="1"/>
        </dgm:presLayoutVars>
      </dgm:prSet>
      <dgm:spPr/>
    </dgm:pt>
    <dgm:pt modelId="{48362FB4-D149-F94A-B245-97BCCABA23D3}" type="pres">
      <dgm:prSet presAssocID="{5D9C0D0D-8538-4222-8E20-D4EB77CDD016}" presName="FourNodes_3_text" presStyleLbl="node1" presStyleIdx="3" presStyleCnt="4">
        <dgm:presLayoutVars>
          <dgm:bulletEnabled val="1"/>
        </dgm:presLayoutVars>
      </dgm:prSet>
      <dgm:spPr/>
    </dgm:pt>
    <dgm:pt modelId="{8B98BF59-FA22-EB46-83D9-0EF211D4A568}" type="pres">
      <dgm:prSet presAssocID="{5D9C0D0D-8538-4222-8E20-D4EB77CDD01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18AA51D-3DD4-344A-A8C4-ECB5761BBEF6}" type="presOf" srcId="{0F78539B-EADD-4C9B-8EA3-DD0EB36B5D59}" destId="{11285C35-DF13-BD4A-8DFF-933736B67691}" srcOrd="0" destOrd="0" presId="urn:microsoft.com/office/officeart/2005/8/layout/vProcess5"/>
    <dgm:cxn modelId="{E9E9E13E-E689-4A54-8960-882C4950E73A}" srcId="{5D9C0D0D-8538-4222-8E20-D4EB77CDD016}" destId="{5E912EBB-7801-42A2-9721-B9093B7C531F}" srcOrd="0" destOrd="0" parTransId="{185EF0F9-C85E-4C8B-941F-6386039516A6}" sibTransId="{EFFCA63F-F91B-40F7-A8F5-956AF3658233}"/>
    <dgm:cxn modelId="{A2753853-C766-4CE0-8F60-BF7032330DA7}" srcId="{5D9C0D0D-8538-4222-8E20-D4EB77CDD016}" destId="{0F78539B-EADD-4C9B-8EA3-DD0EB36B5D59}" srcOrd="2" destOrd="0" parTransId="{3A64DDA3-BF0D-4AC3-AC94-EA423A73E2A9}" sibTransId="{85D9BBC1-C361-4462-AC4B-8FCB174E0B4C}"/>
    <dgm:cxn modelId="{F296B85A-DB6D-024C-AA09-580C04330AA6}" type="presOf" srcId="{5D9C0D0D-8538-4222-8E20-D4EB77CDD016}" destId="{097CE51A-AA16-F247-9E24-5D095DDDED7F}" srcOrd="0" destOrd="0" presId="urn:microsoft.com/office/officeart/2005/8/layout/vProcess5"/>
    <dgm:cxn modelId="{1AA6665F-2F5B-A54F-A3E8-F4EEC4350AF2}" type="presOf" srcId="{124948CE-AA3A-4F19-840E-CD0EEE95D3A6}" destId="{8B98BF59-FA22-EB46-83D9-0EF211D4A568}" srcOrd="1" destOrd="0" presId="urn:microsoft.com/office/officeart/2005/8/layout/vProcess5"/>
    <dgm:cxn modelId="{7489C162-D8A2-4EBC-8417-CDFE228FF26F}" srcId="{5D9C0D0D-8538-4222-8E20-D4EB77CDD016}" destId="{124948CE-AA3A-4F19-840E-CD0EEE95D3A6}" srcOrd="3" destOrd="0" parTransId="{CE926EA9-C35D-48EC-8D4A-71D964B67C99}" sibTransId="{AD0995BC-BE92-4228-B273-5C10DEABB9E8}"/>
    <dgm:cxn modelId="{D214EB62-D8C4-4343-8BC2-68ED7026FE2F}" type="presOf" srcId="{124948CE-AA3A-4F19-840E-CD0EEE95D3A6}" destId="{53B519A1-26C2-6D45-A80C-36B3B4851F2E}" srcOrd="0" destOrd="0" presId="urn:microsoft.com/office/officeart/2005/8/layout/vProcess5"/>
    <dgm:cxn modelId="{1D97846B-40B1-D84A-8C7B-F6718E190B07}" type="presOf" srcId="{5E912EBB-7801-42A2-9721-B9093B7C531F}" destId="{5FA13687-A20D-E043-B325-1700FA773D05}" srcOrd="0" destOrd="0" presId="urn:microsoft.com/office/officeart/2005/8/layout/vProcess5"/>
    <dgm:cxn modelId="{14F90E6C-520B-904B-9190-C6CF0D59D586}" type="presOf" srcId="{85D9BBC1-C361-4462-AC4B-8FCB174E0B4C}" destId="{3AD5BB98-7A9D-2444-9203-C86565C26FA0}" srcOrd="0" destOrd="0" presId="urn:microsoft.com/office/officeart/2005/8/layout/vProcess5"/>
    <dgm:cxn modelId="{7B88E381-1C6B-EB4A-A290-FF35B5040A56}" type="presOf" srcId="{EFFCA63F-F91B-40F7-A8F5-956AF3658233}" destId="{3268D7E7-EBE9-724B-8BD0-835D75B8CDEE}" srcOrd="0" destOrd="0" presId="urn:microsoft.com/office/officeart/2005/8/layout/vProcess5"/>
    <dgm:cxn modelId="{92D93B96-B063-ED46-A38A-EDB3AAA89385}" type="presOf" srcId="{875FF8D6-02C2-48E5-B29B-31519C5B5CE6}" destId="{5ECB1BD8-7212-F343-85F8-F346868CC206}" srcOrd="0" destOrd="0" presId="urn:microsoft.com/office/officeart/2005/8/layout/vProcess5"/>
    <dgm:cxn modelId="{D77500B9-BA92-7649-8058-7C60965C09BF}" type="presOf" srcId="{0F78539B-EADD-4C9B-8EA3-DD0EB36B5D59}" destId="{48362FB4-D149-F94A-B245-97BCCABA23D3}" srcOrd="1" destOrd="0" presId="urn:microsoft.com/office/officeart/2005/8/layout/vProcess5"/>
    <dgm:cxn modelId="{177EC2CB-0A9C-1141-BE41-2399C89488B6}" type="presOf" srcId="{517629EA-5E6F-41EC-91ED-A94DE67E4529}" destId="{673D1258-63E2-424E-9E6F-DC36C2F7525D}" srcOrd="1" destOrd="0" presId="urn:microsoft.com/office/officeart/2005/8/layout/vProcess5"/>
    <dgm:cxn modelId="{CC33DACB-B228-9947-9401-5CE70EB8F1FC}" type="presOf" srcId="{517629EA-5E6F-41EC-91ED-A94DE67E4529}" destId="{F916451D-B30E-AC48-9EE1-EEA3B128FA7C}" srcOrd="0" destOrd="0" presId="urn:microsoft.com/office/officeart/2005/8/layout/vProcess5"/>
    <dgm:cxn modelId="{E5BAB4E9-F75D-764C-B421-8B2C8FB8CA23}" type="presOf" srcId="{5E912EBB-7801-42A2-9721-B9093B7C531F}" destId="{0609A59D-51DC-074A-8F07-AA880EA520BD}" srcOrd="1" destOrd="0" presId="urn:microsoft.com/office/officeart/2005/8/layout/vProcess5"/>
    <dgm:cxn modelId="{97E0DDEB-9C91-4986-A76D-58461320D88C}" srcId="{5D9C0D0D-8538-4222-8E20-D4EB77CDD016}" destId="{517629EA-5E6F-41EC-91ED-A94DE67E4529}" srcOrd="1" destOrd="0" parTransId="{5D8B0106-ADD2-4C42-8946-6114D14BE12E}" sibTransId="{875FF8D6-02C2-48E5-B29B-31519C5B5CE6}"/>
    <dgm:cxn modelId="{F714D058-94AC-DF49-A3AB-F142A6F5CAB4}" type="presParOf" srcId="{097CE51A-AA16-F247-9E24-5D095DDDED7F}" destId="{754C6C9C-2D46-6942-A48E-DF51AD4CFCA2}" srcOrd="0" destOrd="0" presId="urn:microsoft.com/office/officeart/2005/8/layout/vProcess5"/>
    <dgm:cxn modelId="{75D20E9E-8D65-B041-800E-E59FF358FD04}" type="presParOf" srcId="{097CE51A-AA16-F247-9E24-5D095DDDED7F}" destId="{5FA13687-A20D-E043-B325-1700FA773D05}" srcOrd="1" destOrd="0" presId="urn:microsoft.com/office/officeart/2005/8/layout/vProcess5"/>
    <dgm:cxn modelId="{E3FF680A-2072-CB4B-961B-B69094A3B059}" type="presParOf" srcId="{097CE51A-AA16-F247-9E24-5D095DDDED7F}" destId="{F916451D-B30E-AC48-9EE1-EEA3B128FA7C}" srcOrd="2" destOrd="0" presId="urn:microsoft.com/office/officeart/2005/8/layout/vProcess5"/>
    <dgm:cxn modelId="{608C6A09-3D8E-B94B-A01C-DFAC0035CEA0}" type="presParOf" srcId="{097CE51A-AA16-F247-9E24-5D095DDDED7F}" destId="{11285C35-DF13-BD4A-8DFF-933736B67691}" srcOrd="3" destOrd="0" presId="urn:microsoft.com/office/officeart/2005/8/layout/vProcess5"/>
    <dgm:cxn modelId="{9A0512C9-DEBB-4749-9D48-CF947430F269}" type="presParOf" srcId="{097CE51A-AA16-F247-9E24-5D095DDDED7F}" destId="{53B519A1-26C2-6D45-A80C-36B3B4851F2E}" srcOrd="4" destOrd="0" presId="urn:microsoft.com/office/officeart/2005/8/layout/vProcess5"/>
    <dgm:cxn modelId="{6CF60657-895F-E24B-9AA4-8E62F7FFD8DD}" type="presParOf" srcId="{097CE51A-AA16-F247-9E24-5D095DDDED7F}" destId="{3268D7E7-EBE9-724B-8BD0-835D75B8CDEE}" srcOrd="5" destOrd="0" presId="urn:microsoft.com/office/officeart/2005/8/layout/vProcess5"/>
    <dgm:cxn modelId="{EB9B23DE-0C03-BE4B-A74A-8F89E5E64753}" type="presParOf" srcId="{097CE51A-AA16-F247-9E24-5D095DDDED7F}" destId="{5ECB1BD8-7212-F343-85F8-F346868CC206}" srcOrd="6" destOrd="0" presId="urn:microsoft.com/office/officeart/2005/8/layout/vProcess5"/>
    <dgm:cxn modelId="{6A39527F-3434-074F-8EE8-EBF3F9640D36}" type="presParOf" srcId="{097CE51A-AA16-F247-9E24-5D095DDDED7F}" destId="{3AD5BB98-7A9D-2444-9203-C86565C26FA0}" srcOrd="7" destOrd="0" presId="urn:microsoft.com/office/officeart/2005/8/layout/vProcess5"/>
    <dgm:cxn modelId="{ED40C064-3140-F646-99A3-61F417E66D6F}" type="presParOf" srcId="{097CE51A-AA16-F247-9E24-5D095DDDED7F}" destId="{0609A59D-51DC-074A-8F07-AA880EA520BD}" srcOrd="8" destOrd="0" presId="urn:microsoft.com/office/officeart/2005/8/layout/vProcess5"/>
    <dgm:cxn modelId="{2802EC7F-ECB0-7E49-8F7D-690A8EFEBF8B}" type="presParOf" srcId="{097CE51A-AA16-F247-9E24-5D095DDDED7F}" destId="{673D1258-63E2-424E-9E6F-DC36C2F7525D}" srcOrd="9" destOrd="0" presId="urn:microsoft.com/office/officeart/2005/8/layout/vProcess5"/>
    <dgm:cxn modelId="{875F0860-C085-AE41-94C6-DB614B12A41E}" type="presParOf" srcId="{097CE51A-AA16-F247-9E24-5D095DDDED7F}" destId="{48362FB4-D149-F94A-B245-97BCCABA23D3}" srcOrd="10" destOrd="0" presId="urn:microsoft.com/office/officeart/2005/8/layout/vProcess5"/>
    <dgm:cxn modelId="{4ACB5665-B536-824C-9B4D-B36087D87453}" type="presParOf" srcId="{097CE51A-AA16-F247-9E24-5D095DDDED7F}" destId="{8B98BF59-FA22-EB46-83D9-0EF211D4A568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DC49F6-E8F4-40D1-B75A-CBFE6409EC40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7FC22881-9105-49FF-A68E-EF3DD5487ED3}">
      <dgm:prSet/>
      <dgm:spPr/>
      <dgm:t>
        <a:bodyPr/>
        <a:lstStyle/>
        <a:p>
          <a:r>
            <a:rPr lang="en-US"/>
            <a:t>Select</a:t>
          </a:r>
        </a:p>
      </dgm:t>
    </dgm:pt>
    <dgm:pt modelId="{F6886F94-C5A9-4B10-8548-0531C0B46F81}" type="parTrans" cxnId="{F1BA92AE-6458-4490-84A9-A06E3740BB5C}">
      <dgm:prSet/>
      <dgm:spPr/>
      <dgm:t>
        <a:bodyPr/>
        <a:lstStyle/>
        <a:p>
          <a:endParaRPr lang="en-US"/>
        </a:p>
      </dgm:t>
    </dgm:pt>
    <dgm:pt modelId="{FA8F22B2-968D-49A1-90E2-458F81EFC8E3}" type="sibTrans" cxnId="{F1BA92AE-6458-4490-84A9-A06E3740BB5C}">
      <dgm:prSet/>
      <dgm:spPr/>
      <dgm:t>
        <a:bodyPr/>
        <a:lstStyle/>
        <a:p>
          <a:endParaRPr lang="en-US"/>
        </a:p>
      </dgm:t>
    </dgm:pt>
    <dgm:pt modelId="{CE045189-8E89-478D-A449-15F36DEDC139}">
      <dgm:prSet custT="1"/>
      <dgm:spPr/>
      <dgm:t>
        <a:bodyPr/>
        <a:lstStyle/>
        <a:p>
          <a:r>
            <a:rPr lang="en-US" sz="2400" dirty="0"/>
            <a:t>Select student and course from dropdown lists</a:t>
          </a:r>
        </a:p>
      </dgm:t>
    </dgm:pt>
    <dgm:pt modelId="{EBC66FE9-E34A-4F8E-8ACB-464A5820DB1B}" type="parTrans" cxnId="{58F67C31-C1CE-4B5E-BDA1-8D40E2DC4703}">
      <dgm:prSet/>
      <dgm:spPr/>
      <dgm:t>
        <a:bodyPr/>
        <a:lstStyle/>
        <a:p>
          <a:endParaRPr lang="en-US"/>
        </a:p>
      </dgm:t>
    </dgm:pt>
    <dgm:pt modelId="{D037C0E5-7CCF-46A3-81CC-F76FEDB50025}" type="sibTrans" cxnId="{58F67C31-C1CE-4B5E-BDA1-8D40E2DC4703}">
      <dgm:prSet/>
      <dgm:spPr/>
      <dgm:t>
        <a:bodyPr/>
        <a:lstStyle/>
        <a:p>
          <a:endParaRPr lang="en-US"/>
        </a:p>
      </dgm:t>
    </dgm:pt>
    <dgm:pt modelId="{701B6E93-0965-4393-93B0-D728C4881FA1}">
      <dgm:prSet/>
      <dgm:spPr/>
      <dgm:t>
        <a:bodyPr/>
        <a:lstStyle/>
        <a:p>
          <a:r>
            <a:rPr lang="en-US"/>
            <a:t>Assign</a:t>
          </a:r>
        </a:p>
      </dgm:t>
    </dgm:pt>
    <dgm:pt modelId="{B1AD8594-7DA3-4C87-BC59-C59C6FEABC7B}" type="parTrans" cxnId="{5D31E8DA-B5CE-4F3F-89BA-FE660DC70E93}">
      <dgm:prSet/>
      <dgm:spPr/>
      <dgm:t>
        <a:bodyPr/>
        <a:lstStyle/>
        <a:p>
          <a:endParaRPr lang="en-US"/>
        </a:p>
      </dgm:t>
    </dgm:pt>
    <dgm:pt modelId="{42809675-3438-49F9-9ED9-9D99E796BBB2}" type="sibTrans" cxnId="{5D31E8DA-B5CE-4F3F-89BA-FE660DC70E93}">
      <dgm:prSet/>
      <dgm:spPr/>
      <dgm:t>
        <a:bodyPr/>
        <a:lstStyle/>
        <a:p>
          <a:endParaRPr lang="en-US"/>
        </a:p>
      </dgm:t>
    </dgm:pt>
    <dgm:pt modelId="{34A7E615-9527-4B29-B507-6DCE51A4E19D}">
      <dgm:prSet custT="1"/>
      <dgm:spPr/>
      <dgm:t>
        <a:bodyPr/>
        <a:lstStyle/>
        <a:p>
          <a:r>
            <a:rPr lang="en-US" sz="2400"/>
            <a:t>Assign a semester to enrollment</a:t>
          </a:r>
        </a:p>
      </dgm:t>
    </dgm:pt>
    <dgm:pt modelId="{A86BD4A1-407B-4647-AA45-F7D2187C27B1}" type="parTrans" cxnId="{CCA00550-E3D7-4A72-9CF3-7C9BD1EBA150}">
      <dgm:prSet/>
      <dgm:spPr/>
      <dgm:t>
        <a:bodyPr/>
        <a:lstStyle/>
        <a:p>
          <a:endParaRPr lang="en-US"/>
        </a:p>
      </dgm:t>
    </dgm:pt>
    <dgm:pt modelId="{239D7128-F0E1-4D30-B055-75D7F5B1F252}" type="sibTrans" cxnId="{CCA00550-E3D7-4A72-9CF3-7C9BD1EBA150}">
      <dgm:prSet/>
      <dgm:spPr/>
      <dgm:t>
        <a:bodyPr/>
        <a:lstStyle/>
        <a:p>
          <a:endParaRPr lang="en-US"/>
        </a:p>
      </dgm:t>
    </dgm:pt>
    <dgm:pt modelId="{5638C908-5DF9-4801-8199-81BAA35B3A48}">
      <dgm:prSet/>
      <dgm:spPr/>
      <dgm:t>
        <a:bodyPr/>
        <a:lstStyle/>
        <a:p>
          <a:r>
            <a:rPr lang="en-US"/>
            <a:t>Save</a:t>
          </a:r>
        </a:p>
      </dgm:t>
    </dgm:pt>
    <dgm:pt modelId="{7D20E846-2BF1-417C-8E20-C6310516FDC6}" type="parTrans" cxnId="{497E76D9-9295-492D-BF18-0DC7140F589B}">
      <dgm:prSet/>
      <dgm:spPr/>
      <dgm:t>
        <a:bodyPr/>
        <a:lstStyle/>
        <a:p>
          <a:endParaRPr lang="en-US"/>
        </a:p>
      </dgm:t>
    </dgm:pt>
    <dgm:pt modelId="{D6B8005D-DA85-4AA8-99ED-A13CF88156E1}" type="sibTrans" cxnId="{497E76D9-9295-492D-BF18-0DC7140F589B}">
      <dgm:prSet/>
      <dgm:spPr/>
      <dgm:t>
        <a:bodyPr/>
        <a:lstStyle/>
        <a:p>
          <a:endParaRPr lang="en-US"/>
        </a:p>
      </dgm:t>
    </dgm:pt>
    <dgm:pt modelId="{253A4185-6058-4001-9A6E-B6FC3DA2AD31}">
      <dgm:prSet custT="1"/>
      <dgm:spPr/>
      <dgm:t>
        <a:bodyPr/>
        <a:lstStyle/>
        <a:p>
          <a:r>
            <a:rPr lang="en-US" sz="2400"/>
            <a:t>Save enrollment data to database</a:t>
          </a:r>
        </a:p>
      </dgm:t>
    </dgm:pt>
    <dgm:pt modelId="{B83C2F0C-0C1C-42D2-BD00-35880095D4B1}" type="parTrans" cxnId="{B9EC93A8-B00C-417B-9F29-12C950562BCB}">
      <dgm:prSet/>
      <dgm:spPr/>
      <dgm:t>
        <a:bodyPr/>
        <a:lstStyle/>
        <a:p>
          <a:endParaRPr lang="en-US"/>
        </a:p>
      </dgm:t>
    </dgm:pt>
    <dgm:pt modelId="{0AD8EA6C-1EEB-4942-9487-42D97A360925}" type="sibTrans" cxnId="{B9EC93A8-B00C-417B-9F29-12C950562BCB}">
      <dgm:prSet/>
      <dgm:spPr/>
      <dgm:t>
        <a:bodyPr/>
        <a:lstStyle/>
        <a:p>
          <a:endParaRPr lang="en-US"/>
        </a:p>
      </dgm:t>
    </dgm:pt>
    <dgm:pt modelId="{4CC86D14-D51F-4A89-BFF6-1CF2BF8250AE}">
      <dgm:prSet/>
      <dgm:spPr/>
      <dgm:t>
        <a:bodyPr/>
        <a:lstStyle/>
        <a:p>
          <a:r>
            <a:rPr lang="en-US"/>
            <a:t>Prevent</a:t>
          </a:r>
        </a:p>
      </dgm:t>
    </dgm:pt>
    <dgm:pt modelId="{88A24D83-A5A1-4883-BBFC-3B8DD554212E}" type="parTrans" cxnId="{D75848A0-7FF2-42C6-A44F-5E81234A8830}">
      <dgm:prSet/>
      <dgm:spPr/>
      <dgm:t>
        <a:bodyPr/>
        <a:lstStyle/>
        <a:p>
          <a:endParaRPr lang="en-US"/>
        </a:p>
      </dgm:t>
    </dgm:pt>
    <dgm:pt modelId="{F15CDB88-9A73-4CCF-A60D-DC4AD615B3D1}" type="sibTrans" cxnId="{D75848A0-7FF2-42C6-A44F-5E81234A8830}">
      <dgm:prSet/>
      <dgm:spPr/>
      <dgm:t>
        <a:bodyPr/>
        <a:lstStyle/>
        <a:p>
          <a:endParaRPr lang="en-US"/>
        </a:p>
      </dgm:t>
    </dgm:pt>
    <dgm:pt modelId="{427C2073-62A3-47C4-9FC5-94395B9D875F}">
      <dgm:prSet custT="1"/>
      <dgm:spPr/>
      <dgm:t>
        <a:bodyPr/>
        <a:lstStyle/>
        <a:p>
          <a:r>
            <a:rPr lang="en-US" sz="2400"/>
            <a:t>Prevent missing or invalid selections</a:t>
          </a:r>
        </a:p>
      </dgm:t>
    </dgm:pt>
    <dgm:pt modelId="{6D1CDAAD-4DE3-44E6-AFC1-53FD2651627D}" type="parTrans" cxnId="{7B6BE897-1E3B-4344-9FA6-E63256D7C111}">
      <dgm:prSet/>
      <dgm:spPr/>
      <dgm:t>
        <a:bodyPr/>
        <a:lstStyle/>
        <a:p>
          <a:endParaRPr lang="en-US"/>
        </a:p>
      </dgm:t>
    </dgm:pt>
    <dgm:pt modelId="{FEE9EDF8-81F4-4541-B86D-6FAF03181D4C}" type="sibTrans" cxnId="{7B6BE897-1E3B-4344-9FA6-E63256D7C111}">
      <dgm:prSet/>
      <dgm:spPr/>
      <dgm:t>
        <a:bodyPr/>
        <a:lstStyle/>
        <a:p>
          <a:endParaRPr lang="en-US"/>
        </a:p>
      </dgm:t>
    </dgm:pt>
    <dgm:pt modelId="{10BDA08C-E480-BE44-8A46-C7F85C5E4608}" type="pres">
      <dgm:prSet presAssocID="{FCDC49F6-E8F4-40D1-B75A-CBFE6409EC40}" presName="Name0" presStyleCnt="0">
        <dgm:presLayoutVars>
          <dgm:dir/>
          <dgm:animLvl val="lvl"/>
          <dgm:resizeHandles val="exact"/>
        </dgm:presLayoutVars>
      </dgm:prSet>
      <dgm:spPr/>
    </dgm:pt>
    <dgm:pt modelId="{296C9DCA-791D-4C41-9F84-67407EB0FEC8}" type="pres">
      <dgm:prSet presAssocID="{4CC86D14-D51F-4A89-BFF6-1CF2BF8250AE}" presName="boxAndChildren" presStyleCnt="0"/>
      <dgm:spPr/>
    </dgm:pt>
    <dgm:pt modelId="{3C209154-F52A-3D4B-B865-BB0FAC4B577D}" type="pres">
      <dgm:prSet presAssocID="{4CC86D14-D51F-4A89-BFF6-1CF2BF8250AE}" presName="parentTextBox" presStyleLbl="alignNode1" presStyleIdx="0" presStyleCnt="4"/>
      <dgm:spPr/>
    </dgm:pt>
    <dgm:pt modelId="{A7D9F1BB-82D9-0041-8428-E884B7F5ABB0}" type="pres">
      <dgm:prSet presAssocID="{4CC86D14-D51F-4A89-BFF6-1CF2BF8250AE}" presName="descendantBox" presStyleLbl="bgAccFollowNode1" presStyleIdx="0" presStyleCnt="4"/>
      <dgm:spPr/>
    </dgm:pt>
    <dgm:pt modelId="{F638D8B3-07AC-9F48-AB69-BC4158AD3B8E}" type="pres">
      <dgm:prSet presAssocID="{D6B8005D-DA85-4AA8-99ED-A13CF88156E1}" presName="sp" presStyleCnt="0"/>
      <dgm:spPr/>
    </dgm:pt>
    <dgm:pt modelId="{63D074B8-9F65-2048-8DDC-DF284ECD5196}" type="pres">
      <dgm:prSet presAssocID="{5638C908-5DF9-4801-8199-81BAA35B3A48}" presName="arrowAndChildren" presStyleCnt="0"/>
      <dgm:spPr/>
    </dgm:pt>
    <dgm:pt modelId="{63C78AD5-B138-2B41-9061-4E7ACF4E4445}" type="pres">
      <dgm:prSet presAssocID="{5638C908-5DF9-4801-8199-81BAA35B3A48}" presName="parentTextArrow" presStyleLbl="node1" presStyleIdx="0" presStyleCnt="0"/>
      <dgm:spPr/>
    </dgm:pt>
    <dgm:pt modelId="{3C81ACF7-7D93-2A4A-9D2C-ED3259301ECE}" type="pres">
      <dgm:prSet presAssocID="{5638C908-5DF9-4801-8199-81BAA35B3A48}" presName="arrow" presStyleLbl="alignNode1" presStyleIdx="1" presStyleCnt="4"/>
      <dgm:spPr/>
    </dgm:pt>
    <dgm:pt modelId="{1B2A1721-F75A-F347-B6F8-2AADB5D8ED4E}" type="pres">
      <dgm:prSet presAssocID="{5638C908-5DF9-4801-8199-81BAA35B3A48}" presName="descendantArrow" presStyleLbl="bgAccFollowNode1" presStyleIdx="1" presStyleCnt="4"/>
      <dgm:spPr/>
    </dgm:pt>
    <dgm:pt modelId="{D372665E-9586-5F47-85EF-11C21A4BC116}" type="pres">
      <dgm:prSet presAssocID="{42809675-3438-49F9-9ED9-9D99E796BBB2}" presName="sp" presStyleCnt="0"/>
      <dgm:spPr/>
    </dgm:pt>
    <dgm:pt modelId="{5D29EE73-CF68-274E-8633-22F2FE2DD02C}" type="pres">
      <dgm:prSet presAssocID="{701B6E93-0965-4393-93B0-D728C4881FA1}" presName="arrowAndChildren" presStyleCnt="0"/>
      <dgm:spPr/>
    </dgm:pt>
    <dgm:pt modelId="{E2125D2F-65F6-3E43-8A98-4417C2AD0AE3}" type="pres">
      <dgm:prSet presAssocID="{701B6E93-0965-4393-93B0-D728C4881FA1}" presName="parentTextArrow" presStyleLbl="node1" presStyleIdx="0" presStyleCnt="0"/>
      <dgm:spPr/>
    </dgm:pt>
    <dgm:pt modelId="{EAF82326-9474-4A41-AD26-561FE5BCA825}" type="pres">
      <dgm:prSet presAssocID="{701B6E93-0965-4393-93B0-D728C4881FA1}" presName="arrow" presStyleLbl="alignNode1" presStyleIdx="2" presStyleCnt="4"/>
      <dgm:spPr/>
    </dgm:pt>
    <dgm:pt modelId="{6C62A5AC-2866-6144-8641-38999BEF1416}" type="pres">
      <dgm:prSet presAssocID="{701B6E93-0965-4393-93B0-D728C4881FA1}" presName="descendantArrow" presStyleLbl="bgAccFollowNode1" presStyleIdx="2" presStyleCnt="4"/>
      <dgm:spPr/>
    </dgm:pt>
    <dgm:pt modelId="{F6D271C9-9960-6346-A395-FA16568EDE1D}" type="pres">
      <dgm:prSet presAssocID="{FA8F22B2-968D-49A1-90E2-458F81EFC8E3}" presName="sp" presStyleCnt="0"/>
      <dgm:spPr/>
    </dgm:pt>
    <dgm:pt modelId="{07090694-AEA8-D149-A1F6-1DD4CFEB5558}" type="pres">
      <dgm:prSet presAssocID="{7FC22881-9105-49FF-A68E-EF3DD5487ED3}" presName="arrowAndChildren" presStyleCnt="0"/>
      <dgm:spPr/>
    </dgm:pt>
    <dgm:pt modelId="{291C5833-CD76-8544-8838-1A4878FE2FBE}" type="pres">
      <dgm:prSet presAssocID="{7FC22881-9105-49FF-A68E-EF3DD5487ED3}" presName="parentTextArrow" presStyleLbl="node1" presStyleIdx="0" presStyleCnt="0"/>
      <dgm:spPr/>
    </dgm:pt>
    <dgm:pt modelId="{B51B23A4-A4A9-4647-B62B-57C145864664}" type="pres">
      <dgm:prSet presAssocID="{7FC22881-9105-49FF-A68E-EF3DD5487ED3}" presName="arrow" presStyleLbl="alignNode1" presStyleIdx="3" presStyleCnt="4"/>
      <dgm:spPr/>
    </dgm:pt>
    <dgm:pt modelId="{77D66B5F-EC5B-E446-827E-7F27E3FE7E79}" type="pres">
      <dgm:prSet presAssocID="{7FC22881-9105-49FF-A68E-EF3DD5487ED3}" presName="descendantArrow" presStyleLbl="bgAccFollowNode1" presStyleIdx="3" presStyleCnt="4"/>
      <dgm:spPr/>
    </dgm:pt>
  </dgm:ptLst>
  <dgm:cxnLst>
    <dgm:cxn modelId="{855D9D0C-393E-EC41-AB5A-68ABE01C591A}" type="presOf" srcId="{701B6E93-0965-4393-93B0-D728C4881FA1}" destId="{EAF82326-9474-4A41-AD26-561FE5BCA825}" srcOrd="1" destOrd="0" presId="urn:microsoft.com/office/officeart/2016/7/layout/VerticalDownArrowProcess"/>
    <dgm:cxn modelId="{8C55640D-B373-C54E-96AE-749B1B3ED6A4}" type="presOf" srcId="{253A4185-6058-4001-9A6E-B6FC3DA2AD31}" destId="{1B2A1721-F75A-F347-B6F8-2AADB5D8ED4E}" srcOrd="0" destOrd="0" presId="urn:microsoft.com/office/officeart/2016/7/layout/VerticalDownArrowProcess"/>
    <dgm:cxn modelId="{681D3C31-62D4-B048-A681-5ACCC27B3229}" type="presOf" srcId="{701B6E93-0965-4393-93B0-D728C4881FA1}" destId="{E2125D2F-65F6-3E43-8A98-4417C2AD0AE3}" srcOrd="0" destOrd="0" presId="urn:microsoft.com/office/officeart/2016/7/layout/VerticalDownArrowProcess"/>
    <dgm:cxn modelId="{58F67C31-C1CE-4B5E-BDA1-8D40E2DC4703}" srcId="{7FC22881-9105-49FF-A68E-EF3DD5487ED3}" destId="{CE045189-8E89-478D-A449-15F36DEDC139}" srcOrd="0" destOrd="0" parTransId="{EBC66FE9-E34A-4F8E-8ACB-464A5820DB1B}" sibTransId="{D037C0E5-7CCF-46A3-81CC-F76FEDB50025}"/>
    <dgm:cxn modelId="{06B75834-F355-4E42-9154-3C22425EF088}" type="presOf" srcId="{5638C908-5DF9-4801-8199-81BAA35B3A48}" destId="{3C81ACF7-7D93-2A4A-9D2C-ED3259301ECE}" srcOrd="1" destOrd="0" presId="urn:microsoft.com/office/officeart/2016/7/layout/VerticalDownArrowProcess"/>
    <dgm:cxn modelId="{075C4A3C-6306-6040-9830-C4EBBCEC403F}" type="presOf" srcId="{5638C908-5DF9-4801-8199-81BAA35B3A48}" destId="{63C78AD5-B138-2B41-9061-4E7ACF4E4445}" srcOrd="0" destOrd="0" presId="urn:microsoft.com/office/officeart/2016/7/layout/VerticalDownArrowProcess"/>
    <dgm:cxn modelId="{1012424F-7CE9-934B-BFCB-ABE793E01573}" type="presOf" srcId="{427C2073-62A3-47C4-9FC5-94395B9D875F}" destId="{A7D9F1BB-82D9-0041-8428-E884B7F5ABB0}" srcOrd="0" destOrd="0" presId="urn:microsoft.com/office/officeart/2016/7/layout/VerticalDownArrowProcess"/>
    <dgm:cxn modelId="{CCA00550-E3D7-4A72-9CF3-7C9BD1EBA150}" srcId="{701B6E93-0965-4393-93B0-D728C4881FA1}" destId="{34A7E615-9527-4B29-B507-6DCE51A4E19D}" srcOrd="0" destOrd="0" parTransId="{A86BD4A1-407B-4647-AA45-F7D2187C27B1}" sibTransId="{239D7128-F0E1-4D30-B055-75D7F5B1F252}"/>
    <dgm:cxn modelId="{87B39284-15A2-4B42-9C82-96C769321261}" type="presOf" srcId="{7FC22881-9105-49FF-A68E-EF3DD5487ED3}" destId="{B51B23A4-A4A9-4647-B62B-57C145864664}" srcOrd="1" destOrd="0" presId="urn:microsoft.com/office/officeart/2016/7/layout/VerticalDownArrowProcess"/>
    <dgm:cxn modelId="{8BF7A393-E5F7-114D-BBF4-B4FE1C00B027}" type="presOf" srcId="{34A7E615-9527-4B29-B507-6DCE51A4E19D}" destId="{6C62A5AC-2866-6144-8641-38999BEF1416}" srcOrd="0" destOrd="0" presId="urn:microsoft.com/office/officeart/2016/7/layout/VerticalDownArrowProcess"/>
    <dgm:cxn modelId="{7B6BE897-1E3B-4344-9FA6-E63256D7C111}" srcId="{4CC86D14-D51F-4A89-BFF6-1CF2BF8250AE}" destId="{427C2073-62A3-47C4-9FC5-94395B9D875F}" srcOrd="0" destOrd="0" parTransId="{6D1CDAAD-4DE3-44E6-AFC1-53FD2651627D}" sibTransId="{FEE9EDF8-81F4-4541-B86D-6FAF03181D4C}"/>
    <dgm:cxn modelId="{D75848A0-7FF2-42C6-A44F-5E81234A8830}" srcId="{FCDC49F6-E8F4-40D1-B75A-CBFE6409EC40}" destId="{4CC86D14-D51F-4A89-BFF6-1CF2BF8250AE}" srcOrd="3" destOrd="0" parTransId="{88A24D83-A5A1-4883-BBFC-3B8DD554212E}" sibTransId="{F15CDB88-9A73-4CCF-A60D-DC4AD615B3D1}"/>
    <dgm:cxn modelId="{B9EC93A8-B00C-417B-9F29-12C950562BCB}" srcId="{5638C908-5DF9-4801-8199-81BAA35B3A48}" destId="{253A4185-6058-4001-9A6E-B6FC3DA2AD31}" srcOrd="0" destOrd="0" parTransId="{B83C2F0C-0C1C-42D2-BD00-35880095D4B1}" sibTransId="{0AD8EA6C-1EEB-4942-9487-42D97A360925}"/>
    <dgm:cxn modelId="{9FB0DDA9-E0C7-7547-BA13-123C4825143A}" type="presOf" srcId="{4CC86D14-D51F-4A89-BFF6-1CF2BF8250AE}" destId="{3C209154-F52A-3D4B-B865-BB0FAC4B577D}" srcOrd="0" destOrd="0" presId="urn:microsoft.com/office/officeart/2016/7/layout/VerticalDownArrowProcess"/>
    <dgm:cxn modelId="{F1BA92AE-6458-4490-84A9-A06E3740BB5C}" srcId="{FCDC49F6-E8F4-40D1-B75A-CBFE6409EC40}" destId="{7FC22881-9105-49FF-A68E-EF3DD5487ED3}" srcOrd="0" destOrd="0" parTransId="{F6886F94-C5A9-4B10-8548-0531C0B46F81}" sibTransId="{FA8F22B2-968D-49A1-90E2-458F81EFC8E3}"/>
    <dgm:cxn modelId="{A2F76FBB-8F2D-8945-9D4F-DD2B434FB005}" type="presOf" srcId="{7FC22881-9105-49FF-A68E-EF3DD5487ED3}" destId="{291C5833-CD76-8544-8838-1A4878FE2FBE}" srcOrd="0" destOrd="0" presId="urn:microsoft.com/office/officeart/2016/7/layout/VerticalDownArrowProcess"/>
    <dgm:cxn modelId="{A7D0F7CB-5059-9F4C-8808-3684EF6D891D}" type="presOf" srcId="{CE045189-8E89-478D-A449-15F36DEDC139}" destId="{77D66B5F-EC5B-E446-827E-7F27E3FE7E79}" srcOrd="0" destOrd="0" presId="urn:microsoft.com/office/officeart/2016/7/layout/VerticalDownArrowProcess"/>
    <dgm:cxn modelId="{497E76D9-9295-492D-BF18-0DC7140F589B}" srcId="{FCDC49F6-E8F4-40D1-B75A-CBFE6409EC40}" destId="{5638C908-5DF9-4801-8199-81BAA35B3A48}" srcOrd="2" destOrd="0" parTransId="{7D20E846-2BF1-417C-8E20-C6310516FDC6}" sibTransId="{D6B8005D-DA85-4AA8-99ED-A13CF88156E1}"/>
    <dgm:cxn modelId="{5D31E8DA-B5CE-4F3F-89BA-FE660DC70E93}" srcId="{FCDC49F6-E8F4-40D1-B75A-CBFE6409EC40}" destId="{701B6E93-0965-4393-93B0-D728C4881FA1}" srcOrd="1" destOrd="0" parTransId="{B1AD8594-7DA3-4C87-BC59-C59C6FEABC7B}" sibTransId="{42809675-3438-49F9-9ED9-9D99E796BBB2}"/>
    <dgm:cxn modelId="{944D5DF3-47EC-494C-9EB5-99F6F7B4F8BE}" type="presOf" srcId="{FCDC49F6-E8F4-40D1-B75A-CBFE6409EC40}" destId="{10BDA08C-E480-BE44-8A46-C7F85C5E4608}" srcOrd="0" destOrd="0" presId="urn:microsoft.com/office/officeart/2016/7/layout/VerticalDownArrowProcess"/>
    <dgm:cxn modelId="{A60450B1-56F5-184D-BB39-CFC4D21692A0}" type="presParOf" srcId="{10BDA08C-E480-BE44-8A46-C7F85C5E4608}" destId="{296C9DCA-791D-4C41-9F84-67407EB0FEC8}" srcOrd="0" destOrd="0" presId="urn:microsoft.com/office/officeart/2016/7/layout/VerticalDownArrowProcess"/>
    <dgm:cxn modelId="{ABF8FC7E-9429-5A41-AD2B-51CE5910274F}" type="presParOf" srcId="{296C9DCA-791D-4C41-9F84-67407EB0FEC8}" destId="{3C209154-F52A-3D4B-B865-BB0FAC4B577D}" srcOrd="0" destOrd="0" presId="urn:microsoft.com/office/officeart/2016/7/layout/VerticalDownArrowProcess"/>
    <dgm:cxn modelId="{F0688707-FEF9-F241-8493-B1623A3E87A9}" type="presParOf" srcId="{296C9DCA-791D-4C41-9F84-67407EB0FEC8}" destId="{A7D9F1BB-82D9-0041-8428-E884B7F5ABB0}" srcOrd="1" destOrd="0" presId="urn:microsoft.com/office/officeart/2016/7/layout/VerticalDownArrowProcess"/>
    <dgm:cxn modelId="{B570F542-C43C-8B4F-BF5F-480149A1908F}" type="presParOf" srcId="{10BDA08C-E480-BE44-8A46-C7F85C5E4608}" destId="{F638D8B3-07AC-9F48-AB69-BC4158AD3B8E}" srcOrd="1" destOrd="0" presId="urn:microsoft.com/office/officeart/2016/7/layout/VerticalDownArrowProcess"/>
    <dgm:cxn modelId="{75EE6AEE-93F2-DF47-9F45-0DDC45D9367B}" type="presParOf" srcId="{10BDA08C-E480-BE44-8A46-C7F85C5E4608}" destId="{63D074B8-9F65-2048-8DDC-DF284ECD5196}" srcOrd="2" destOrd="0" presId="urn:microsoft.com/office/officeart/2016/7/layout/VerticalDownArrowProcess"/>
    <dgm:cxn modelId="{B1FC3C69-5D13-0E41-B58D-5AC26A695638}" type="presParOf" srcId="{63D074B8-9F65-2048-8DDC-DF284ECD5196}" destId="{63C78AD5-B138-2B41-9061-4E7ACF4E4445}" srcOrd="0" destOrd="0" presId="urn:microsoft.com/office/officeart/2016/7/layout/VerticalDownArrowProcess"/>
    <dgm:cxn modelId="{BD2E2026-EC82-2E4A-91D2-A6AA09846B35}" type="presParOf" srcId="{63D074B8-9F65-2048-8DDC-DF284ECD5196}" destId="{3C81ACF7-7D93-2A4A-9D2C-ED3259301ECE}" srcOrd="1" destOrd="0" presId="urn:microsoft.com/office/officeart/2016/7/layout/VerticalDownArrowProcess"/>
    <dgm:cxn modelId="{25AB10F7-19DE-8442-A981-02240D1F7716}" type="presParOf" srcId="{63D074B8-9F65-2048-8DDC-DF284ECD5196}" destId="{1B2A1721-F75A-F347-B6F8-2AADB5D8ED4E}" srcOrd="2" destOrd="0" presId="urn:microsoft.com/office/officeart/2016/7/layout/VerticalDownArrowProcess"/>
    <dgm:cxn modelId="{5A4F5D1D-9AD6-424B-B7F9-DF5AEDF64E01}" type="presParOf" srcId="{10BDA08C-E480-BE44-8A46-C7F85C5E4608}" destId="{D372665E-9586-5F47-85EF-11C21A4BC116}" srcOrd="3" destOrd="0" presId="urn:microsoft.com/office/officeart/2016/7/layout/VerticalDownArrowProcess"/>
    <dgm:cxn modelId="{D8D03E9B-D333-3540-8D8D-E652E1304E6D}" type="presParOf" srcId="{10BDA08C-E480-BE44-8A46-C7F85C5E4608}" destId="{5D29EE73-CF68-274E-8633-22F2FE2DD02C}" srcOrd="4" destOrd="0" presId="urn:microsoft.com/office/officeart/2016/7/layout/VerticalDownArrowProcess"/>
    <dgm:cxn modelId="{8FC1DE4A-A918-3C43-8928-1491669CFA19}" type="presParOf" srcId="{5D29EE73-CF68-274E-8633-22F2FE2DD02C}" destId="{E2125D2F-65F6-3E43-8A98-4417C2AD0AE3}" srcOrd="0" destOrd="0" presId="urn:microsoft.com/office/officeart/2016/7/layout/VerticalDownArrowProcess"/>
    <dgm:cxn modelId="{29EB2AEB-DD7E-0C41-89AA-62039CE0380B}" type="presParOf" srcId="{5D29EE73-CF68-274E-8633-22F2FE2DD02C}" destId="{EAF82326-9474-4A41-AD26-561FE5BCA825}" srcOrd="1" destOrd="0" presId="urn:microsoft.com/office/officeart/2016/7/layout/VerticalDownArrowProcess"/>
    <dgm:cxn modelId="{D1DCDFA0-885C-E04E-92C7-8334CF009FBD}" type="presParOf" srcId="{5D29EE73-CF68-274E-8633-22F2FE2DD02C}" destId="{6C62A5AC-2866-6144-8641-38999BEF1416}" srcOrd="2" destOrd="0" presId="urn:microsoft.com/office/officeart/2016/7/layout/VerticalDownArrowProcess"/>
    <dgm:cxn modelId="{DB8CAC5F-230A-0C4A-8E21-E56E05F4CEA9}" type="presParOf" srcId="{10BDA08C-E480-BE44-8A46-C7F85C5E4608}" destId="{F6D271C9-9960-6346-A395-FA16568EDE1D}" srcOrd="5" destOrd="0" presId="urn:microsoft.com/office/officeart/2016/7/layout/VerticalDownArrowProcess"/>
    <dgm:cxn modelId="{6A2F4AAB-D721-C549-A166-E2F7924D6F12}" type="presParOf" srcId="{10BDA08C-E480-BE44-8A46-C7F85C5E4608}" destId="{07090694-AEA8-D149-A1F6-1DD4CFEB5558}" srcOrd="6" destOrd="0" presId="urn:microsoft.com/office/officeart/2016/7/layout/VerticalDownArrowProcess"/>
    <dgm:cxn modelId="{73BBDCF0-DAE6-DF4F-A470-13D72B69CE7A}" type="presParOf" srcId="{07090694-AEA8-D149-A1F6-1DD4CFEB5558}" destId="{291C5833-CD76-8544-8838-1A4878FE2FBE}" srcOrd="0" destOrd="0" presId="urn:microsoft.com/office/officeart/2016/7/layout/VerticalDownArrowProcess"/>
    <dgm:cxn modelId="{C0AE3741-4B8D-3142-9E89-DAF8C4B07078}" type="presParOf" srcId="{07090694-AEA8-D149-A1F6-1DD4CFEB5558}" destId="{B51B23A4-A4A9-4647-B62B-57C145864664}" srcOrd="1" destOrd="0" presId="urn:microsoft.com/office/officeart/2016/7/layout/VerticalDownArrowProcess"/>
    <dgm:cxn modelId="{DC5BD500-7CEE-AD41-B0F6-73BC51B533CA}" type="presParOf" srcId="{07090694-AEA8-D149-A1F6-1DD4CFEB5558}" destId="{77D66B5F-EC5B-E446-827E-7F27E3FE7E79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97A8EB-D037-4D7C-AF01-16D25628DCF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EBB17D-3522-4E37-8FBC-380B4BD1480D}">
      <dgm:prSet/>
      <dgm:spPr/>
      <dgm:t>
        <a:bodyPr/>
        <a:lstStyle/>
        <a:p>
          <a:r>
            <a:rPr lang="en-GB"/>
            <a:t>Record marks and letter grades</a:t>
          </a:r>
          <a:endParaRPr lang="en-US"/>
        </a:p>
      </dgm:t>
    </dgm:pt>
    <dgm:pt modelId="{2FA0D907-82B3-408B-81DE-4C4A4D0C34CF}" type="parTrans" cxnId="{AB37AAF7-F167-4978-BB1A-7579260BF43D}">
      <dgm:prSet/>
      <dgm:spPr/>
      <dgm:t>
        <a:bodyPr/>
        <a:lstStyle/>
        <a:p>
          <a:endParaRPr lang="en-US"/>
        </a:p>
      </dgm:t>
    </dgm:pt>
    <dgm:pt modelId="{999C6096-E909-47C9-9FB5-D57E0695B094}" type="sibTrans" cxnId="{AB37AAF7-F167-4978-BB1A-7579260BF43D}">
      <dgm:prSet/>
      <dgm:spPr/>
      <dgm:t>
        <a:bodyPr/>
        <a:lstStyle/>
        <a:p>
          <a:endParaRPr lang="en-US"/>
        </a:p>
      </dgm:t>
    </dgm:pt>
    <dgm:pt modelId="{3BEDEAFE-24FC-4C36-AEB2-01C00A9F5710}">
      <dgm:prSet/>
      <dgm:spPr/>
      <dgm:t>
        <a:bodyPr/>
        <a:lstStyle/>
        <a:p>
          <a:r>
            <a:rPr lang="en-GB"/>
            <a:t>Grades are linked to enrollments</a:t>
          </a:r>
          <a:endParaRPr lang="en-US"/>
        </a:p>
      </dgm:t>
    </dgm:pt>
    <dgm:pt modelId="{DFEF2479-EE4D-4A63-98A4-26712B274330}" type="parTrans" cxnId="{A47B6C95-AC17-4674-9B7E-6AC909E3923F}">
      <dgm:prSet/>
      <dgm:spPr/>
      <dgm:t>
        <a:bodyPr/>
        <a:lstStyle/>
        <a:p>
          <a:endParaRPr lang="en-US"/>
        </a:p>
      </dgm:t>
    </dgm:pt>
    <dgm:pt modelId="{A535E645-266A-4F7E-A780-5FC38FB16548}" type="sibTrans" cxnId="{A47B6C95-AC17-4674-9B7E-6AC909E3923F}">
      <dgm:prSet/>
      <dgm:spPr/>
      <dgm:t>
        <a:bodyPr/>
        <a:lstStyle/>
        <a:p>
          <a:endParaRPr lang="en-US"/>
        </a:p>
      </dgm:t>
    </dgm:pt>
    <dgm:pt modelId="{3A8A0FE1-0E1F-4258-A9D6-AF9F4671B333}">
      <dgm:prSet/>
      <dgm:spPr/>
      <dgm:t>
        <a:bodyPr/>
        <a:lstStyle/>
        <a:p>
          <a:r>
            <a:rPr lang="en-GB"/>
            <a:t>Input validation for marks</a:t>
          </a:r>
          <a:endParaRPr lang="en-US"/>
        </a:p>
      </dgm:t>
    </dgm:pt>
    <dgm:pt modelId="{0D2093BC-52FF-4EF8-B559-1ED66FAA9743}" type="parTrans" cxnId="{8301E9EF-BB0C-4184-8171-FC5270C02E36}">
      <dgm:prSet/>
      <dgm:spPr/>
      <dgm:t>
        <a:bodyPr/>
        <a:lstStyle/>
        <a:p>
          <a:endParaRPr lang="en-US"/>
        </a:p>
      </dgm:t>
    </dgm:pt>
    <dgm:pt modelId="{499928D5-EF4F-4749-9265-A7E69542C399}" type="sibTrans" cxnId="{8301E9EF-BB0C-4184-8171-FC5270C02E36}">
      <dgm:prSet/>
      <dgm:spPr/>
      <dgm:t>
        <a:bodyPr/>
        <a:lstStyle/>
        <a:p>
          <a:endParaRPr lang="en-US"/>
        </a:p>
      </dgm:t>
    </dgm:pt>
    <dgm:pt modelId="{5E0629B5-DDCC-4DC3-8F3B-868309E5D709}">
      <dgm:prSet/>
      <dgm:spPr/>
      <dgm:t>
        <a:bodyPr/>
        <a:lstStyle/>
        <a:p>
          <a:r>
            <a:rPr lang="en-GB"/>
            <a:t>Save grade data in database</a:t>
          </a:r>
          <a:endParaRPr lang="en-US"/>
        </a:p>
      </dgm:t>
    </dgm:pt>
    <dgm:pt modelId="{EC9BE52C-6DC3-43C4-9992-C9ACB10EEB9B}" type="parTrans" cxnId="{5D3B12BF-CD33-4A9D-88B0-398D701A7510}">
      <dgm:prSet/>
      <dgm:spPr/>
      <dgm:t>
        <a:bodyPr/>
        <a:lstStyle/>
        <a:p>
          <a:endParaRPr lang="en-US"/>
        </a:p>
      </dgm:t>
    </dgm:pt>
    <dgm:pt modelId="{2EE76F19-4AA3-463B-A077-DBFE9EB98D4C}" type="sibTrans" cxnId="{5D3B12BF-CD33-4A9D-88B0-398D701A7510}">
      <dgm:prSet/>
      <dgm:spPr/>
      <dgm:t>
        <a:bodyPr/>
        <a:lstStyle/>
        <a:p>
          <a:endParaRPr lang="en-US"/>
        </a:p>
      </dgm:t>
    </dgm:pt>
    <dgm:pt modelId="{7DEB472C-0274-D642-9D61-81030E2FE8BB}" type="pres">
      <dgm:prSet presAssocID="{B797A8EB-D037-4D7C-AF01-16D25628DCF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92D248B-23A3-2249-A3A0-639C274FD9BF}" type="pres">
      <dgm:prSet presAssocID="{BFEBB17D-3522-4E37-8FBC-380B4BD1480D}" presName="hierRoot1" presStyleCnt="0"/>
      <dgm:spPr/>
    </dgm:pt>
    <dgm:pt modelId="{BF66C959-31FB-1A4A-990D-291588183F98}" type="pres">
      <dgm:prSet presAssocID="{BFEBB17D-3522-4E37-8FBC-380B4BD1480D}" presName="composite" presStyleCnt="0"/>
      <dgm:spPr/>
    </dgm:pt>
    <dgm:pt modelId="{DF1C3046-4979-0F48-B06C-3DE20EF60495}" type="pres">
      <dgm:prSet presAssocID="{BFEBB17D-3522-4E37-8FBC-380B4BD1480D}" presName="background" presStyleLbl="node0" presStyleIdx="0" presStyleCnt="4"/>
      <dgm:spPr/>
    </dgm:pt>
    <dgm:pt modelId="{0D0D6B86-64D1-3A41-94F5-32BF221978FE}" type="pres">
      <dgm:prSet presAssocID="{BFEBB17D-3522-4E37-8FBC-380B4BD1480D}" presName="text" presStyleLbl="fgAcc0" presStyleIdx="0" presStyleCnt="4">
        <dgm:presLayoutVars>
          <dgm:chPref val="3"/>
        </dgm:presLayoutVars>
      </dgm:prSet>
      <dgm:spPr/>
    </dgm:pt>
    <dgm:pt modelId="{03712B64-450B-914B-883F-BD128DB88847}" type="pres">
      <dgm:prSet presAssocID="{BFEBB17D-3522-4E37-8FBC-380B4BD1480D}" presName="hierChild2" presStyleCnt="0"/>
      <dgm:spPr/>
    </dgm:pt>
    <dgm:pt modelId="{63BB5B1D-E362-844F-A57E-CA97137A694B}" type="pres">
      <dgm:prSet presAssocID="{3BEDEAFE-24FC-4C36-AEB2-01C00A9F5710}" presName="hierRoot1" presStyleCnt="0"/>
      <dgm:spPr/>
    </dgm:pt>
    <dgm:pt modelId="{E743323E-653D-4448-8627-B0CFC1A10AFA}" type="pres">
      <dgm:prSet presAssocID="{3BEDEAFE-24FC-4C36-AEB2-01C00A9F5710}" presName="composite" presStyleCnt="0"/>
      <dgm:spPr/>
    </dgm:pt>
    <dgm:pt modelId="{3ECFDCE9-41A0-2D47-880D-8043FE679CFD}" type="pres">
      <dgm:prSet presAssocID="{3BEDEAFE-24FC-4C36-AEB2-01C00A9F5710}" presName="background" presStyleLbl="node0" presStyleIdx="1" presStyleCnt="4"/>
      <dgm:spPr/>
    </dgm:pt>
    <dgm:pt modelId="{BE82EC7B-2048-5E41-9D03-8B04177641E9}" type="pres">
      <dgm:prSet presAssocID="{3BEDEAFE-24FC-4C36-AEB2-01C00A9F5710}" presName="text" presStyleLbl="fgAcc0" presStyleIdx="1" presStyleCnt="4">
        <dgm:presLayoutVars>
          <dgm:chPref val="3"/>
        </dgm:presLayoutVars>
      </dgm:prSet>
      <dgm:spPr/>
    </dgm:pt>
    <dgm:pt modelId="{C3B802DA-2ABD-EA44-93A4-0EA1C78BD1C7}" type="pres">
      <dgm:prSet presAssocID="{3BEDEAFE-24FC-4C36-AEB2-01C00A9F5710}" presName="hierChild2" presStyleCnt="0"/>
      <dgm:spPr/>
    </dgm:pt>
    <dgm:pt modelId="{9D15EAC1-4500-4F4C-993D-FC30D8C14DD0}" type="pres">
      <dgm:prSet presAssocID="{3A8A0FE1-0E1F-4258-A9D6-AF9F4671B333}" presName="hierRoot1" presStyleCnt="0"/>
      <dgm:spPr/>
    </dgm:pt>
    <dgm:pt modelId="{9DCDC529-1FC4-1240-A32E-A410F7F24B44}" type="pres">
      <dgm:prSet presAssocID="{3A8A0FE1-0E1F-4258-A9D6-AF9F4671B333}" presName="composite" presStyleCnt="0"/>
      <dgm:spPr/>
    </dgm:pt>
    <dgm:pt modelId="{06187842-1993-FE42-9C44-98FCD67E2CB4}" type="pres">
      <dgm:prSet presAssocID="{3A8A0FE1-0E1F-4258-A9D6-AF9F4671B333}" presName="background" presStyleLbl="node0" presStyleIdx="2" presStyleCnt="4"/>
      <dgm:spPr/>
    </dgm:pt>
    <dgm:pt modelId="{D0A9015B-C496-4042-982A-6A86828FD166}" type="pres">
      <dgm:prSet presAssocID="{3A8A0FE1-0E1F-4258-A9D6-AF9F4671B333}" presName="text" presStyleLbl="fgAcc0" presStyleIdx="2" presStyleCnt="4">
        <dgm:presLayoutVars>
          <dgm:chPref val="3"/>
        </dgm:presLayoutVars>
      </dgm:prSet>
      <dgm:spPr/>
    </dgm:pt>
    <dgm:pt modelId="{422FCBA5-2C8E-9643-BA39-4E79373AA1EA}" type="pres">
      <dgm:prSet presAssocID="{3A8A0FE1-0E1F-4258-A9D6-AF9F4671B333}" presName="hierChild2" presStyleCnt="0"/>
      <dgm:spPr/>
    </dgm:pt>
    <dgm:pt modelId="{37D1C6A8-7EDE-DF4E-AFA2-3E1945FEF437}" type="pres">
      <dgm:prSet presAssocID="{5E0629B5-DDCC-4DC3-8F3B-868309E5D709}" presName="hierRoot1" presStyleCnt="0"/>
      <dgm:spPr/>
    </dgm:pt>
    <dgm:pt modelId="{D8FA132F-0813-8642-AD7F-4F55ADCE021A}" type="pres">
      <dgm:prSet presAssocID="{5E0629B5-DDCC-4DC3-8F3B-868309E5D709}" presName="composite" presStyleCnt="0"/>
      <dgm:spPr/>
    </dgm:pt>
    <dgm:pt modelId="{FA8B1510-526A-834A-AD0D-AF600CDADC82}" type="pres">
      <dgm:prSet presAssocID="{5E0629B5-DDCC-4DC3-8F3B-868309E5D709}" presName="background" presStyleLbl="node0" presStyleIdx="3" presStyleCnt="4"/>
      <dgm:spPr/>
    </dgm:pt>
    <dgm:pt modelId="{81B1CF1E-A774-DB45-8F1A-AD78BCD23154}" type="pres">
      <dgm:prSet presAssocID="{5E0629B5-DDCC-4DC3-8F3B-868309E5D709}" presName="text" presStyleLbl="fgAcc0" presStyleIdx="3" presStyleCnt="4">
        <dgm:presLayoutVars>
          <dgm:chPref val="3"/>
        </dgm:presLayoutVars>
      </dgm:prSet>
      <dgm:spPr/>
    </dgm:pt>
    <dgm:pt modelId="{DB7559A8-6C6B-1641-BB47-6FC84FD1BF1C}" type="pres">
      <dgm:prSet presAssocID="{5E0629B5-DDCC-4DC3-8F3B-868309E5D709}" presName="hierChild2" presStyleCnt="0"/>
      <dgm:spPr/>
    </dgm:pt>
  </dgm:ptLst>
  <dgm:cxnLst>
    <dgm:cxn modelId="{0E96D908-AE02-0F46-BE10-A2E59C6EDE85}" type="presOf" srcId="{B797A8EB-D037-4D7C-AF01-16D25628DCF1}" destId="{7DEB472C-0274-D642-9D61-81030E2FE8BB}" srcOrd="0" destOrd="0" presId="urn:microsoft.com/office/officeart/2005/8/layout/hierarchy1"/>
    <dgm:cxn modelId="{0549A012-896C-F643-9F5D-EB9D014ABEEC}" type="presOf" srcId="{3BEDEAFE-24FC-4C36-AEB2-01C00A9F5710}" destId="{BE82EC7B-2048-5E41-9D03-8B04177641E9}" srcOrd="0" destOrd="0" presId="urn:microsoft.com/office/officeart/2005/8/layout/hierarchy1"/>
    <dgm:cxn modelId="{D9D29638-01C9-FD42-AB65-4D846FCB82F9}" type="presOf" srcId="{3A8A0FE1-0E1F-4258-A9D6-AF9F4671B333}" destId="{D0A9015B-C496-4042-982A-6A86828FD166}" srcOrd="0" destOrd="0" presId="urn:microsoft.com/office/officeart/2005/8/layout/hierarchy1"/>
    <dgm:cxn modelId="{88918750-456F-F044-B724-D7A1DCB97FC9}" type="presOf" srcId="{5E0629B5-DDCC-4DC3-8F3B-868309E5D709}" destId="{81B1CF1E-A774-DB45-8F1A-AD78BCD23154}" srcOrd="0" destOrd="0" presId="urn:microsoft.com/office/officeart/2005/8/layout/hierarchy1"/>
    <dgm:cxn modelId="{A47B6C95-AC17-4674-9B7E-6AC909E3923F}" srcId="{B797A8EB-D037-4D7C-AF01-16D25628DCF1}" destId="{3BEDEAFE-24FC-4C36-AEB2-01C00A9F5710}" srcOrd="1" destOrd="0" parTransId="{DFEF2479-EE4D-4A63-98A4-26712B274330}" sibTransId="{A535E645-266A-4F7E-A780-5FC38FB16548}"/>
    <dgm:cxn modelId="{5D3B12BF-CD33-4A9D-88B0-398D701A7510}" srcId="{B797A8EB-D037-4D7C-AF01-16D25628DCF1}" destId="{5E0629B5-DDCC-4DC3-8F3B-868309E5D709}" srcOrd="3" destOrd="0" parTransId="{EC9BE52C-6DC3-43C4-9992-C9ACB10EEB9B}" sibTransId="{2EE76F19-4AA3-463B-A077-DBFE9EB98D4C}"/>
    <dgm:cxn modelId="{8301E9EF-BB0C-4184-8171-FC5270C02E36}" srcId="{B797A8EB-D037-4D7C-AF01-16D25628DCF1}" destId="{3A8A0FE1-0E1F-4258-A9D6-AF9F4671B333}" srcOrd="2" destOrd="0" parTransId="{0D2093BC-52FF-4EF8-B559-1ED66FAA9743}" sibTransId="{499928D5-EF4F-4749-9265-A7E69542C399}"/>
    <dgm:cxn modelId="{60856EF1-6B70-214D-A09C-E26CB8F477A9}" type="presOf" srcId="{BFEBB17D-3522-4E37-8FBC-380B4BD1480D}" destId="{0D0D6B86-64D1-3A41-94F5-32BF221978FE}" srcOrd="0" destOrd="0" presId="urn:microsoft.com/office/officeart/2005/8/layout/hierarchy1"/>
    <dgm:cxn modelId="{AB37AAF7-F167-4978-BB1A-7579260BF43D}" srcId="{B797A8EB-D037-4D7C-AF01-16D25628DCF1}" destId="{BFEBB17D-3522-4E37-8FBC-380B4BD1480D}" srcOrd="0" destOrd="0" parTransId="{2FA0D907-82B3-408B-81DE-4C4A4D0C34CF}" sibTransId="{999C6096-E909-47C9-9FB5-D57E0695B094}"/>
    <dgm:cxn modelId="{638B00B5-2880-C744-BEEA-FA2AB931C25A}" type="presParOf" srcId="{7DEB472C-0274-D642-9D61-81030E2FE8BB}" destId="{F92D248B-23A3-2249-A3A0-639C274FD9BF}" srcOrd="0" destOrd="0" presId="urn:microsoft.com/office/officeart/2005/8/layout/hierarchy1"/>
    <dgm:cxn modelId="{53EFC19E-898C-FB43-957B-4110FB0D624C}" type="presParOf" srcId="{F92D248B-23A3-2249-A3A0-639C274FD9BF}" destId="{BF66C959-31FB-1A4A-990D-291588183F98}" srcOrd="0" destOrd="0" presId="urn:microsoft.com/office/officeart/2005/8/layout/hierarchy1"/>
    <dgm:cxn modelId="{187029BB-EF8F-0B44-9F34-C845CF9955AA}" type="presParOf" srcId="{BF66C959-31FB-1A4A-990D-291588183F98}" destId="{DF1C3046-4979-0F48-B06C-3DE20EF60495}" srcOrd="0" destOrd="0" presId="urn:microsoft.com/office/officeart/2005/8/layout/hierarchy1"/>
    <dgm:cxn modelId="{16C956BA-3AD4-054E-BDC2-A58FC4809B76}" type="presParOf" srcId="{BF66C959-31FB-1A4A-990D-291588183F98}" destId="{0D0D6B86-64D1-3A41-94F5-32BF221978FE}" srcOrd="1" destOrd="0" presId="urn:microsoft.com/office/officeart/2005/8/layout/hierarchy1"/>
    <dgm:cxn modelId="{B691DA93-FA15-B14D-870B-E150D6BFA6F8}" type="presParOf" srcId="{F92D248B-23A3-2249-A3A0-639C274FD9BF}" destId="{03712B64-450B-914B-883F-BD128DB88847}" srcOrd="1" destOrd="0" presId="urn:microsoft.com/office/officeart/2005/8/layout/hierarchy1"/>
    <dgm:cxn modelId="{E701EB3A-D052-DD48-9FA6-A7ACFCC55ABB}" type="presParOf" srcId="{7DEB472C-0274-D642-9D61-81030E2FE8BB}" destId="{63BB5B1D-E362-844F-A57E-CA97137A694B}" srcOrd="1" destOrd="0" presId="urn:microsoft.com/office/officeart/2005/8/layout/hierarchy1"/>
    <dgm:cxn modelId="{81A4CE06-5F69-0A4D-BB58-0858FD9A1449}" type="presParOf" srcId="{63BB5B1D-E362-844F-A57E-CA97137A694B}" destId="{E743323E-653D-4448-8627-B0CFC1A10AFA}" srcOrd="0" destOrd="0" presId="urn:microsoft.com/office/officeart/2005/8/layout/hierarchy1"/>
    <dgm:cxn modelId="{107ED894-D2A6-294F-99AD-728674A375AF}" type="presParOf" srcId="{E743323E-653D-4448-8627-B0CFC1A10AFA}" destId="{3ECFDCE9-41A0-2D47-880D-8043FE679CFD}" srcOrd="0" destOrd="0" presId="urn:microsoft.com/office/officeart/2005/8/layout/hierarchy1"/>
    <dgm:cxn modelId="{1801138D-4E19-ED41-979B-045681BE74D4}" type="presParOf" srcId="{E743323E-653D-4448-8627-B0CFC1A10AFA}" destId="{BE82EC7B-2048-5E41-9D03-8B04177641E9}" srcOrd="1" destOrd="0" presId="urn:microsoft.com/office/officeart/2005/8/layout/hierarchy1"/>
    <dgm:cxn modelId="{3894A1A7-89D5-DB48-9C02-6E2160DA3E23}" type="presParOf" srcId="{63BB5B1D-E362-844F-A57E-CA97137A694B}" destId="{C3B802DA-2ABD-EA44-93A4-0EA1C78BD1C7}" srcOrd="1" destOrd="0" presId="urn:microsoft.com/office/officeart/2005/8/layout/hierarchy1"/>
    <dgm:cxn modelId="{81D2AC49-5F1F-5346-B9D1-C2BB4DDE321A}" type="presParOf" srcId="{7DEB472C-0274-D642-9D61-81030E2FE8BB}" destId="{9D15EAC1-4500-4F4C-993D-FC30D8C14DD0}" srcOrd="2" destOrd="0" presId="urn:microsoft.com/office/officeart/2005/8/layout/hierarchy1"/>
    <dgm:cxn modelId="{2E917907-EB34-424D-B286-4074C494DCC0}" type="presParOf" srcId="{9D15EAC1-4500-4F4C-993D-FC30D8C14DD0}" destId="{9DCDC529-1FC4-1240-A32E-A410F7F24B44}" srcOrd="0" destOrd="0" presId="urn:microsoft.com/office/officeart/2005/8/layout/hierarchy1"/>
    <dgm:cxn modelId="{974A3643-8D77-6842-A96D-A17976B112D8}" type="presParOf" srcId="{9DCDC529-1FC4-1240-A32E-A410F7F24B44}" destId="{06187842-1993-FE42-9C44-98FCD67E2CB4}" srcOrd="0" destOrd="0" presId="urn:microsoft.com/office/officeart/2005/8/layout/hierarchy1"/>
    <dgm:cxn modelId="{93503FA3-2CC5-9B48-AAC6-19E706E70CB1}" type="presParOf" srcId="{9DCDC529-1FC4-1240-A32E-A410F7F24B44}" destId="{D0A9015B-C496-4042-982A-6A86828FD166}" srcOrd="1" destOrd="0" presId="urn:microsoft.com/office/officeart/2005/8/layout/hierarchy1"/>
    <dgm:cxn modelId="{363A5062-A235-AA4B-B407-0198693ECEDF}" type="presParOf" srcId="{9D15EAC1-4500-4F4C-993D-FC30D8C14DD0}" destId="{422FCBA5-2C8E-9643-BA39-4E79373AA1EA}" srcOrd="1" destOrd="0" presId="urn:microsoft.com/office/officeart/2005/8/layout/hierarchy1"/>
    <dgm:cxn modelId="{07E8E8C5-6B43-EB4E-9BEF-04AB56A292E4}" type="presParOf" srcId="{7DEB472C-0274-D642-9D61-81030E2FE8BB}" destId="{37D1C6A8-7EDE-DF4E-AFA2-3E1945FEF437}" srcOrd="3" destOrd="0" presId="urn:microsoft.com/office/officeart/2005/8/layout/hierarchy1"/>
    <dgm:cxn modelId="{C2B0CC35-3E5E-F149-8788-D47E3B3C67A0}" type="presParOf" srcId="{37D1C6A8-7EDE-DF4E-AFA2-3E1945FEF437}" destId="{D8FA132F-0813-8642-AD7F-4F55ADCE021A}" srcOrd="0" destOrd="0" presId="urn:microsoft.com/office/officeart/2005/8/layout/hierarchy1"/>
    <dgm:cxn modelId="{FC5EE5FA-AD40-CF4F-BAD6-739FCDBF42F3}" type="presParOf" srcId="{D8FA132F-0813-8642-AD7F-4F55ADCE021A}" destId="{FA8B1510-526A-834A-AD0D-AF600CDADC82}" srcOrd="0" destOrd="0" presId="urn:microsoft.com/office/officeart/2005/8/layout/hierarchy1"/>
    <dgm:cxn modelId="{58CD24A0-695B-AC4E-9A4D-FB76A7D661F2}" type="presParOf" srcId="{D8FA132F-0813-8642-AD7F-4F55ADCE021A}" destId="{81B1CF1E-A774-DB45-8F1A-AD78BCD23154}" srcOrd="1" destOrd="0" presId="urn:microsoft.com/office/officeart/2005/8/layout/hierarchy1"/>
    <dgm:cxn modelId="{A691300B-5DD9-3845-91F3-ACFAD91DA34B}" type="presParOf" srcId="{37D1C6A8-7EDE-DF4E-AFA2-3E1945FEF437}" destId="{DB7559A8-6C6B-1641-BB47-6FC84FD1BF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E668E46-7B78-431D-B03B-318E8D6FDD6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C1C6823-8CD9-46CA-8014-8DF6A51D8FDD}">
      <dgm:prSet/>
      <dgm:spPr/>
      <dgm:t>
        <a:bodyPr/>
        <a:lstStyle/>
        <a:p>
          <a:r>
            <a:rPr lang="en-GB"/>
            <a:t>Empty fields are checked</a:t>
          </a:r>
          <a:endParaRPr lang="en-US"/>
        </a:p>
      </dgm:t>
    </dgm:pt>
    <dgm:pt modelId="{1E6AD37E-5793-426B-9040-DAAD95234BA0}" type="parTrans" cxnId="{6F8B1F4A-74A9-4B78-921E-11DA4FAF8BE3}">
      <dgm:prSet/>
      <dgm:spPr/>
      <dgm:t>
        <a:bodyPr/>
        <a:lstStyle/>
        <a:p>
          <a:endParaRPr lang="en-US"/>
        </a:p>
      </dgm:t>
    </dgm:pt>
    <dgm:pt modelId="{104F2B67-863A-42E1-8875-5AA46E072006}" type="sibTrans" cxnId="{6F8B1F4A-74A9-4B78-921E-11DA4FAF8BE3}">
      <dgm:prSet/>
      <dgm:spPr/>
      <dgm:t>
        <a:bodyPr/>
        <a:lstStyle/>
        <a:p>
          <a:endParaRPr lang="en-US"/>
        </a:p>
      </dgm:t>
    </dgm:pt>
    <dgm:pt modelId="{AF3B1497-FDED-4532-9413-4D33FE14B3F0}">
      <dgm:prSet/>
      <dgm:spPr/>
      <dgm:t>
        <a:bodyPr/>
        <a:lstStyle/>
        <a:p>
          <a:r>
            <a:rPr lang="en-GB"/>
            <a:t>Numeric fields accept only numbers</a:t>
          </a:r>
          <a:endParaRPr lang="en-US"/>
        </a:p>
      </dgm:t>
    </dgm:pt>
    <dgm:pt modelId="{533E8062-BD2D-43F5-8C7F-95237E453FB2}" type="parTrans" cxnId="{065D7A9E-1C52-4342-B3AC-96EF79CDDEDC}">
      <dgm:prSet/>
      <dgm:spPr/>
      <dgm:t>
        <a:bodyPr/>
        <a:lstStyle/>
        <a:p>
          <a:endParaRPr lang="en-US"/>
        </a:p>
      </dgm:t>
    </dgm:pt>
    <dgm:pt modelId="{55D12631-8B61-44C0-8EBA-A02F152A3C1A}" type="sibTrans" cxnId="{065D7A9E-1C52-4342-B3AC-96EF79CDDEDC}">
      <dgm:prSet/>
      <dgm:spPr/>
      <dgm:t>
        <a:bodyPr/>
        <a:lstStyle/>
        <a:p>
          <a:endParaRPr lang="en-US"/>
        </a:p>
      </dgm:t>
    </dgm:pt>
    <dgm:pt modelId="{F6777D20-7886-45B3-88F1-366AA3AEA482}">
      <dgm:prSet/>
      <dgm:spPr/>
      <dgm:t>
        <a:bodyPr/>
        <a:lstStyle/>
        <a:p>
          <a:r>
            <a:rPr lang="en-GB"/>
            <a:t>Error messages shown using dialog boxes</a:t>
          </a:r>
          <a:endParaRPr lang="en-US"/>
        </a:p>
      </dgm:t>
    </dgm:pt>
    <dgm:pt modelId="{C2CA5EBB-9FD4-48E9-BDBE-D048FC3D92E5}" type="parTrans" cxnId="{AE9FB6E3-121D-47D3-B13C-296F3A928900}">
      <dgm:prSet/>
      <dgm:spPr/>
      <dgm:t>
        <a:bodyPr/>
        <a:lstStyle/>
        <a:p>
          <a:endParaRPr lang="en-US"/>
        </a:p>
      </dgm:t>
    </dgm:pt>
    <dgm:pt modelId="{CE953A3B-7296-4512-979A-10E0356BBEDD}" type="sibTrans" cxnId="{AE9FB6E3-121D-47D3-B13C-296F3A928900}">
      <dgm:prSet/>
      <dgm:spPr/>
      <dgm:t>
        <a:bodyPr/>
        <a:lstStyle/>
        <a:p>
          <a:endParaRPr lang="en-US"/>
        </a:p>
      </dgm:t>
    </dgm:pt>
    <dgm:pt modelId="{C8DC3E4B-C624-4648-844D-2E04C98AC0CF}">
      <dgm:prSet/>
      <dgm:spPr/>
      <dgm:t>
        <a:bodyPr/>
        <a:lstStyle/>
        <a:p>
          <a:r>
            <a:rPr lang="en-GB"/>
            <a:t>Successful actions show confirmation messages</a:t>
          </a:r>
          <a:endParaRPr lang="en-US"/>
        </a:p>
      </dgm:t>
    </dgm:pt>
    <dgm:pt modelId="{C3B105E1-A944-4BF6-93CF-D102E1F7CE3B}" type="parTrans" cxnId="{C8232DA5-11B0-43CE-9A57-1C48E49518EB}">
      <dgm:prSet/>
      <dgm:spPr/>
      <dgm:t>
        <a:bodyPr/>
        <a:lstStyle/>
        <a:p>
          <a:endParaRPr lang="en-US"/>
        </a:p>
      </dgm:t>
    </dgm:pt>
    <dgm:pt modelId="{C7C84A73-6543-4BB2-8A87-3D1F6F82AEAA}" type="sibTrans" cxnId="{C8232DA5-11B0-43CE-9A57-1C48E49518EB}">
      <dgm:prSet/>
      <dgm:spPr/>
      <dgm:t>
        <a:bodyPr/>
        <a:lstStyle/>
        <a:p>
          <a:endParaRPr lang="en-US"/>
        </a:p>
      </dgm:t>
    </dgm:pt>
    <dgm:pt modelId="{28D15726-DA90-5640-9A6C-C77E7B4D7D22}" type="pres">
      <dgm:prSet presAssocID="{8E668E46-7B78-431D-B03B-318E8D6FDD65}" presName="vert0" presStyleCnt="0">
        <dgm:presLayoutVars>
          <dgm:dir/>
          <dgm:animOne val="branch"/>
          <dgm:animLvl val="lvl"/>
        </dgm:presLayoutVars>
      </dgm:prSet>
      <dgm:spPr/>
    </dgm:pt>
    <dgm:pt modelId="{955AE802-7F93-964B-935D-0D6A93E8D1A1}" type="pres">
      <dgm:prSet presAssocID="{6C1C6823-8CD9-46CA-8014-8DF6A51D8FDD}" presName="thickLine" presStyleLbl="alignNode1" presStyleIdx="0" presStyleCnt="4"/>
      <dgm:spPr/>
    </dgm:pt>
    <dgm:pt modelId="{7A13AA37-9B9B-7240-B66E-D800A4899309}" type="pres">
      <dgm:prSet presAssocID="{6C1C6823-8CD9-46CA-8014-8DF6A51D8FDD}" presName="horz1" presStyleCnt="0"/>
      <dgm:spPr/>
    </dgm:pt>
    <dgm:pt modelId="{34078287-D8DE-A243-B080-1F5DB5F6AEF3}" type="pres">
      <dgm:prSet presAssocID="{6C1C6823-8CD9-46CA-8014-8DF6A51D8FDD}" presName="tx1" presStyleLbl="revTx" presStyleIdx="0" presStyleCnt="4"/>
      <dgm:spPr/>
    </dgm:pt>
    <dgm:pt modelId="{260D01C0-7EC5-144F-90F6-6D72AA8C0901}" type="pres">
      <dgm:prSet presAssocID="{6C1C6823-8CD9-46CA-8014-8DF6A51D8FDD}" presName="vert1" presStyleCnt="0"/>
      <dgm:spPr/>
    </dgm:pt>
    <dgm:pt modelId="{25A0D09C-6BCA-4843-8C17-84D96BF87028}" type="pres">
      <dgm:prSet presAssocID="{AF3B1497-FDED-4532-9413-4D33FE14B3F0}" presName="thickLine" presStyleLbl="alignNode1" presStyleIdx="1" presStyleCnt="4"/>
      <dgm:spPr/>
    </dgm:pt>
    <dgm:pt modelId="{736E43B2-6726-3A44-9598-68877F1573DD}" type="pres">
      <dgm:prSet presAssocID="{AF3B1497-FDED-4532-9413-4D33FE14B3F0}" presName="horz1" presStyleCnt="0"/>
      <dgm:spPr/>
    </dgm:pt>
    <dgm:pt modelId="{BC73D058-FA17-BE45-9E26-E6CABE0E24B6}" type="pres">
      <dgm:prSet presAssocID="{AF3B1497-FDED-4532-9413-4D33FE14B3F0}" presName="tx1" presStyleLbl="revTx" presStyleIdx="1" presStyleCnt="4"/>
      <dgm:spPr/>
    </dgm:pt>
    <dgm:pt modelId="{08B0EAF1-7ADF-8746-A6CC-97B6F330761A}" type="pres">
      <dgm:prSet presAssocID="{AF3B1497-FDED-4532-9413-4D33FE14B3F0}" presName="vert1" presStyleCnt="0"/>
      <dgm:spPr/>
    </dgm:pt>
    <dgm:pt modelId="{4D9B76EE-EB0A-D24F-B85B-1AA5531D2766}" type="pres">
      <dgm:prSet presAssocID="{F6777D20-7886-45B3-88F1-366AA3AEA482}" presName="thickLine" presStyleLbl="alignNode1" presStyleIdx="2" presStyleCnt="4"/>
      <dgm:spPr/>
    </dgm:pt>
    <dgm:pt modelId="{309AC78A-4A47-9546-B78E-D71E85E002C4}" type="pres">
      <dgm:prSet presAssocID="{F6777D20-7886-45B3-88F1-366AA3AEA482}" presName="horz1" presStyleCnt="0"/>
      <dgm:spPr/>
    </dgm:pt>
    <dgm:pt modelId="{E97C1189-0DF4-1E44-8035-EA8A54CE95EC}" type="pres">
      <dgm:prSet presAssocID="{F6777D20-7886-45B3-88F1-366AA3AEA482}" presName="tx1" presStyleLbl="revTx" presStyleIdx="2" presStyleCnt="4"/>
      <dgm:spPr/>
    </dgm:pt>
    <dgm:pt modelId="{76E8700C-EA6A-3548-8951-BA3ED9776D1E}" type="pres">
      <dgm:prSet presAssocID="{F6777D20-7886-45B3-88F1-366AA3AEA482}" presName="vert1" presStyleCnt="0"/>
      <dgm:spPr/>
    </dgm:pt>
    <dgm:pt modelId="{EDC6A6E4-68E6-A744-AF6F-8CC2D184A6AA}" type="pres">
      <dgm:prSet presAssocID="{C8DC3E4B-C624-4648-844D-2E04C98AC0CF}" presName="thickLine" presStyleLbl="alignNode1" presStyleIdx="3" presStyleCnt="4"/>
      <dgm:spPr/>
    </dgm:pt>
    <dgm:pt modelId="{A6C22A8B-2175-534C-B08F-D42F6F9945D2}" type="pres">
      <dgm:prSet presAssocID="{C8DC3E4B-C624-4648-844D-2E04C98AC0CF}" presName="horz1" presStyleCnt="0"/>
      <dgm:spPr/>
    </dgm:pt>
    <dgm:pt modelId="{946AF031-E76A-454A-9A8C-938BF9A4A77B}" type="pres">
      <dgm:prSet presAssocID="{C8DC3E4B-C624-4648-844D-2E04C98AC0CF}" presName="tx1" presStyleLbl="revTx" presStyleIdx="3" presStyleCnt="4"/>
      <dgm:spPr/>
    </dgm:pt>
    <dgm:pt modelId="{6C4CB9B4-6AAE-734C-B15F-45B4CADA0344}" type="pres">
      <dgm:prSet presAssocID="{C8DC3E4B-C624-4648-844D-2E04C98AC0CF}" presName="vert1" presStyleCnt="0"/>
      <dgm:spPr/>
    </dgm:pt>
  </dgm:ptLst>
  <dgm:cxnLst>
    <dgm:cxn modelId="{6F8B1F4A-74A9-4B78-921E-11DA4FAF8BE3}" srcId="{8E668E46-7B78-431D-B03B-318E8D6FDD65}" destId="{6C1C6823-8CD9-46CA-8014-8DF6A51D8FDD}" srcOrd="0" destOrd="0" parTransId="{1E6AD37E-5793-426B-9040-DAAD95234BA0}" sibTransId="{104F2B67-863A-42E1-8875-5AA46E072006}"/>
    <dgm:cxn modelId="{C26D3062-60C8-234E-9BE3-10EBA498041A}" type="presOf" srcId="{AF3B1497-FDED-4532-9413-4D33FE14B3F0}" destId="{BC73D058-FA17-BE45-9E26-E6CABE0E24B6}" srcOrd="0" destOrd="0" presId="urn:microsoft.com/office/officeart/2008/layout/LinedList"/>
    <dgm:cxn modelId="{27C76E64-9458-D144-83B1-8535AF59A377}" type="presOf" srcId="{C8DC3E4B-C624-4648-844D-2E04C98AC0CF}" destId="{946AF031-E76A-454A-9A8C-938BF9A4A77B}" srcOrd="0" destOrd="0" presId="urn:microsoft.com/office/officeart/2008/layout/LinedList"/>
    <dgm:cxn modelId="{6697B967-FFF1-2C40-9E75-28BA5EF35006}" type="presOf" srcId="{8E668E46-7B78-431D-B03B-318E8D6FDD65}" destId="{28D15726-DA90-5640-9A6C-C77E7B4D7D22}" srcOrd="0" destOrd="0" presId="urn:microsoft.com/office/officeart/2008/layout/LinedList"/>
    <dgm:cxn modelId="{1DDD7476-F00D-A84A-9566-B82931A6D9A3}" type="presOf" srcId="{F6777D20-7886-45B3-88F1-366AA3AEA482}" destId="{E97C1189-0DF4-1E44-8035-EA8A54CE95EC}" srcOrd="0" destOrd="0" presId="urn:microsoft.com/office/officeart/2008/layout/LinedList"/>
    <dgm:cxn modelId="{065D7A9E-1C52-4342-B3AC-96EF79CDDEDC}" srcId="{8E668E46-7B78-431D-B03B-318E8D6FDD65}" destId="{AF3B1497-FDED-4532-9413-4D33FE14B3F0}" srcOrd="1" destOrd="0" parTransId="{533E8062-BD2D-43F5-8C7F-95237E453FB2}" sibTransId="{55D12631-8B61-44C0-8EBA-A02F152A3C1A}"/>
    <dgm:cxn modelId="{C8232DA5-11B0-43CE-9A57-1C48E49518EB}" srcId="{8E668E46-7B78-431D-B03B-318E8D6FDD65}" destId="{C8DC3E4B-C624-4648-844D-2E04C98AC0CF}" srcOrd="3" destOrd="0" parTransId="{C3B105E1-A944-4BF6-93CF-D102E1F7CE3B}" sibTransId="{C7C84A73-6543-4BB2-8A87-3D1F6F82AEAA}"/>
    <dgm:cxn modelId="{BC868BE2-B27E-FE40-86C1-DFA4E612B295}" type="presOf" srcId="{6C1C6823-8CD9-46CA-8014-8DF6A51D8FDD}" destId="{34078287-D8DE-A243-B080-1F5DB5F6AEF3}" srcOrd="0" destOrd="0" presId="urn:microsoft.com/office/officeart/2008/layout/LinedList"/>
    <dgm:cxn modelId="{AE9FB6E3-121D-47D3-B13C-296F3A928900}" srcId="{8E668E46-7B78-431D-B03B-318E8D6FDD65}" destId="{F6777D20-7886-45B3-88F1-366AA3AEA482}" srcOrd="2" destOrd="0" parTransId="{C2CA5EBB-9FD4-48E9-BDBE-D048FC3D92E5}" sibTransId="{CE953A3B-7296-4512-979A-10E0356BBEDD}"/>
    <dgm:cxn modelId="{C90A695A-EA40-2F40-A35E-6AA5B8D4461C}" type="presParOf" srcId="{28D15726-DA90-5640-9A6C-C77E7B4D7D22}" destId="{955AE802-7F93-964B-935D-0D6A93E8D1A1}" srcOrd="0" destOrd="0" presId="urn:microsoft.com/office/officeart/2008/layout/LinedList"/>
    <dgm:cxn modelId="{447DE94A-A21D-4B4E-ABDD-5DE8A5A471DF}" type="presParOf" srcId="{28D15726-DA90-5640-9A6C-C77E7B4D7D22}" destId="{7A13AA37-9B9B-7240-B66E-D800A4899309}" srcOrd="1" destOrd="0" presId="urn:microsoft.com/office/officeart/2008/layout/LinedList"/>
    <dgm:cxn modelId="{7696C6AF-82C4-8B42-A0F7-C4B345F55A1A}" type="presParOf" srcId="{7A13AA37-9B9B-7240-B66E-D800A4899309}" destId="{34078287-D8DE-A243-B080-1F5DB5F6AEF3}" srcOrd="0" destOrd="0" presId="urn:microsoft.com/office/officeart/2008/layout/LinedList"/>
    <dgm:cxn modelId="{C89FC500-DD62-5245-AFDE-39D6F158C001}" type="presParOf" srcId="{7A13AA37-9B9B-7240-B66E-D800A4899309}" destId="{260D01C0-7EC5-144F-90F6-6D72AA8C0901}" srcOrd="1" destOrd="0" presId="urn:microsoft.com/office/officeart/2008/layout/LinedList"/>
    <dgm:cxn modelId="{03728FF7-DD07-BF40-B891-0E6B4D9E80DD}" type="presParOf" srcId="{28D15726-DA90-5640-9A6C-C77E7B4D7D22}" destId="{25A0D09C-6BCA-4843-8C17-84D96BF87028}" srcOrd="2" destOrd="0" presId="urn:microsoft.com/office/officeart/2008/layout/LinedList"/>
    <dgm:cxn modelId="{F5C3A110-78F4-9446-9013-0499437CF9BB}" type="presParOf" srcId="{28D15726-DA90-5640-9A6C-C77E7B4D7D22}" destId="{736E43B2-6726-3A44-9598-68877F1573DD}" srcOrd="3" destOrd="0" presId="urn:microsoft.com/office/officeart/2008/layout/LinedList"/>
    <dgm:cxn modelId="{84AE3815-B6A7-7D40-9E23-D09B21BEB5DD}" type="presParOf" srcId="{736E43B2-6726-3A44-9598-68877F1573DD}" destId="{BC73D058-FA17-BE45-9E26-E6CABE0E24B6}" srcOrd="0" destOrd="0" presId="urn:microsoft.com/office/officeart/2008/layout/LinedList"/>
    <dgm:cxn modelId="{A6382CD9-B602-0041-B42D-D14D42ECC6F3}" type="presParOf" srcId="{736E43B2-6726-3A44-9598-68877F1573DD}" destId="{08B0EAF1-7ADF-8746-A6CC-97B6F330761A}" srcOrd="1" destOrd="0" presId="urn:microsoft.com/office/officeart/2008/layout/LinedList"/>
    <dgm:cxn modelId="{F1B141E9-378C-744F-9FFA-D88CD7B58980}" type="presParOf" srcId="{28D15726-DA90-5640-9A6C-C77E7B4D7D22}" destId="{4D9B76EE-EB0A-D24F-B85B-1AA5531D2766}" srcOrd="4" destOrd="0" presId="urn:microsoft.com/office/officeart/2008/layout/LinedList"/>
    <dgm:cxn modelId="{A191A8B7-4B83-DF48-8318-6CDE4D75919F}" type="presParOf" srcId="{28D15726-DA90-5640-9A6C-C77E7B4D7D22}" destId="{309AC78A-4A47-9546-B78E-D71E85E002C4}" srcOrd="5" destOrd="0" presId="urn:microsoft.com/office/officeart/2008/layout/LinedList"/>
    <dgm:cxn modelId="{843879A9-031A-1247-8182-FAAFD89F9B6F}" type="presParOf" srcId="{309AC78A-4A47-9546-B78E-D71E85E002C4}" destId="{E97C1189-0DF4-1E44-8035-EA8A54CE95EC}" srcOrd="0" destOrd="0" presId="urn:microsoft.com/office/officeart/2008/layout/LinedList"/>
    <dgm:cxn modelId="{032594C0-698A-0949-85E0-872199ECF79A}" type="presParOf" srcId="{309AC78A-4A47-9546-B78E-D71E85E002C4}" destId="{76E8700C-EA6A-3548-8951-BA3ED9776D1E}" srcOrd="1" destOrd="0" presId="urn:microsoft.com/office/officeart/2008/layout/LinedList"/>
    <dgm:cxn modelId="{B157B0AD-649C-CC41-9E93-8444C9BD6D2B}" type="presParOf" srcId="{28D15726-DA90-5640-9A6C-C77E7B4D7D22}" destId="{EDC6A6E4-68E6-A744-AF6F-8CC2D184A6AA}" srcOrd="6" destOrd="0" presId="urn:microsoft.com/office/officeart/2008/layout/LinedList"/>
    <dgm:cxn modelId="{27CDF858-F092-CC47-B13B-07248A8323AC}" type="presParOf" srcId="{28D15726-DA90-5640-9A6C-C77E7B4D7D22}" destId="{A6C22A8B-2175-534C-B08F-D42F6F9945D2}" srcOrd="7" destOrd="0" presId="urn:microsoft.com/office/officeart/2008/layout/LinedList"/>
    <dgm:cxn modelId="{97C789F8-47F7-5E4B-B2B2-609054C3A03E}" type="presParOf" srcId="{A6C22A8B-2175-534C-B08F-D42F6F9945D2}" destId="{946AF031-E76A-454A-9A8C-938BF9A4A77B}" srcOrd="0" destOrd="0" presId="urn:microsoft.com/office/officeart/2008/layout/LinedList"/>
    <dgm:cxn modelId="{AE66B511-4345-164E-9E39-2BABF01BB421}" type="presParOf" srcId="{A6C22A8B-2175-534C-B08F-D42F6F9945D2}" destId="{6C4CB9B4-6AAE-734C-B15F-45B4CADA034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1B3F6CE-5D04-451B-A5B4-FFE6757BFD3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5C16750-5BE7-4775-9DDF-A085519231B5}">
      <dgm:prSet/>
      <dgm:spPr/>
      <dgm:t>
        <a:bodyPr/>
        <a:lstStyle/>
        <a:p>
          <a:r>
            <a:rPr lang="en-GB"/>
            <a:t>Models handle data objects</a:t>
          </a:r>
          <a:endParaRPr lang="en-US"/>
        </a:p>
      </dgm:t>
    </dgm:pt>
    <dgm:pt modelId="{1019FA30-E411-4D71-9B6B-598DBDDD654B}" type="parTrans" cxnId="{B190DD8C-EAD7-4720-B4CB-D481BF8B5287}">
      <dgm:prSet/>
      <dgm:spPr/>
      <dgm:t>
        <a:bodyPr/>
        <a:lstStyle/>
        <a:p>
          <a:endParaRPr lang="en-US"/>
        </a:p>
      </dgm:t>
    </dgm:pt>
    <dgm:pt modelId="{15052144-813A-4877-B811-8E2AB047D7AF}" type="sibTrans" cxnId="{B190DD8C-EAD7-4720-B4CB-D481BF8B5287}">
      <dgm:prSet/>
      <dgm:spPr/>
      <dgm:t>
        <a:bodyPr/>
        <a:lstStyle/>
        <a:p>
          <a:endParaRPr lang="en-US"/>
        </a:p>
      </dgm:t>
    </dgm:pt>
    <dgm:pt modelId="{3C7D408F-A71C-4B2D-83DF-B5DA83B9AB19}">
      <dgm:prSet/>
      <dgm:spPr/>
      <dgm:t>
        <a:bodyPr/>
        <a:lstStyle/>
        <a:p>
          <a:r>
            <a:rPr lang="en-GB"/>
            <a:t>Services handle database logic</a:t>
          </a:r>
          <a:endParaRPr lang="en-US"/>
        </a:p>
      </dgm:t>
    </dgm:pt>
    <dgm:pt modelId="{7B396F37-C4F4-4221-B0FB-6373CCD3F740}" type="parTrans" cxnId="{964BD4B1-54FB-4343-8B33-4D8FFCC58183}">
      <dgm:prSet/>
      <dgm:spPr/>
      <dgm:t>
        <a:bodyPr/>
        <a:lstStyle/>
        <a:p>
          <a:endParaRPr lang="en-US"/>
        </a:p>
      </dgm:t>
    </dgm:pt>
    <dgm:pt modelId="{31EA0D53-5AF3-461B-B421-1B41AB041771}" type="sibTrans" cxnId="{964BD4B1-54FB-4343-8B33-4D8FFCC58183}">
      <dgm:prSet/>
      <dgm:spPr/>
      <dgm:t>
        <a:bodyPr/>
        <a:lstStyle/>
        <a:p>
          <a:endParaRPr lang="en-US"/>
        </a:p>
      </dgm:t>
    </dgm:pt>
    <dgm:pt modelId="{C65CA8BA-84BA-48F2-A19C-E827FF8811DB}">
      <dgm:prSet/>
      <dgm:spPr/>
      <dgm:t>
        <a:bodyPr/>
        <a:lstStyle/>
        <a:p>
          <a:r>
            <a:rPr lang="en-GB"/>
            <a:t>GUI handles user interaction</a:t>
          </a:r>
          <a:endParaRPr lang="en-US"/>
        </a:p>
      </dgm:t>
    </dgm:pt>
    <dgm:pt modelId="{3542F4ED-4F24-4D20-A87E-8D7BFFDF6DDC}" type="parTrans" cxnId="{57061924-D02B-461C-BB0C-8E43911A296A}">
      <dgm:prSet/>
      <dgm:spPr/>
      <dgm:t>
        <a:bodyPr/>
        <a:lstStyle/>
        <a:p>
          <a:endParaRPr lang="en-US"/>
        </a:p>
      </dgm:t>
    </dgm:pt>
    <dgm:pt modelId="{F5F399F5-A50B-4F9A-978D-F80E76B70A42}" type="sibTrans" cxnId="{57061924-D02B-461C-BB0C-8E43911A296A}">
      <dgm:prSet/>
      <dgm:spPr/>
      <dgm:t>
        <a:bodyPr/>
        <a:lstStyle/>
        <a:p>
          <a:endParaRPr lang="en-US"/>
        </a:p>
      </dgm:t>
    </dgm:pt>
    <dgm:pt modelId="{FFB0F4D5-C30D-4086-89A6-546A5AEDE350}">
      <dgm:prSet/>
      <dgm:spPr/>
      <dgm:t>
        <a:bodyPr/>
        <a:lstStyle/>
        <a:p>
          <a:r>
            <a:rPr lang="en-GB"/>
            <a:t>Database stores all information</a:t>
          </a:r>
          <a:endParaRPr lang="en-US"/>
        </a:p>
      </dgm:t>
    </dgm:pt>
    <dgm:pt modelId="{03E8EDBE-1340-4494-BFEF-C53A9847116F}" type="parTrans" cxnId="{E106991D-AA1A-4BB6-8EDF-A14C86431B61}">
      <dgm:prSet/>
      <dgm:spPr/>
      <dgm:t>
        <a:bodyPr/>
        <a:lstStyle/>
        <a:p>
          <a:endParaRPr lang="en-US"/>
        </a:p>
      </dgm:t>
    </dgm:pt>
    <dgm:pt modelId="{48BA47F4-CAAF-4E32-8076-053D68FBA024}" type="sibTrans" cxnId="{E106991D-AA1A-4BB6-8EDF-A14C86431B61}">
      <dgm:prSet/>
      <dgm:spPr/>
      <dgm:t>
        <a:bodyPr/>
        <a:lstStyle/>
        <a:p>
          <a:endParaRPr lang="en-US"/>
        </a:p>
      </dgm:t>
    </dgm:pt>
    <dgm:pt modelId="{05E87F11-81B7-BF4C-8F1D-5D281BAB95FB}" type="pres">
      <dgm:prSet presAssocID="{E1B3F6CE-5D04-451B-A5B4-FFE6757BFD34}" presName="vert0" presStyleCnt="0">
        <dgm:presLayoutVars>
          <dgm:dir/>
          <dgm:animOne val="branch"/>
          <dgm:animLvl val="lvl"/>
        </dgm:presLayoutVars>
      </dgm:prSet>
      <dgm:spPr/>
    </dgm:pt>
    <dgm:pt modelId="{93FADDED-792E-D14D-8347-2B661FF9D2C5}" type="pres">
      <dgm:prSet presAssocID="{F5C16750-5BE7-4775-9DDF-A085519231B5}" presName="thickLine" presStyleLbl="alignNode1" presStyleIdx="0" presStyleCnt="4"/>
      <dgm:spPr/>
    </dgm:pt>
    <dgm:pt modelId="{D9247BC2-E655-9541-BC1E-ADA2F56415CF}" type="pres">
      <dgm:prSet presAssocID="{F5C16750-5BE7-4775-9DDF-A085519231B5}" presName="horz1" presStyleCnt="0"/>
      <dgm:spPr/>
    </dgm:pt>
    <dgm:pt modelId="{92C8D2A8-2FEA-AE4D-87D7-DF224132742B}" type="pres">
      <dgm:prSet presAssocID="{F5C16750-5BE7-4775-9DDF-A085519231B5}" presName="tx1" presStyleLbl="revTx" presStyleIdx="0" presStyleCnt="4"/>
      <dgm:spPr/>
    </dgm:pt>
    <dgm:pt modelId="{DBC5638B-F4ED-2345-892F-85DC226DD9B8}" type="pres">
      <dgm:prSet presAssocID="{F5C16750-5BE7-4775-9DDF-A085519231B5}" presName="vert1" presStyleCnt="0"/>
      <dgm:spPr/>
    </dgm:pt>
    <dgm:pt modelId="{3E408DD8-56D8-CE47-B259-CF097A0B8BDB}" type="pres">
      <dgm:prSet presAssocID="{3C7D408F-A71C-4B2D-83DF-B5DA83B9AB19}" presName="thickLine" presStyleLbl="alignNode1" presStyleIdx="1" presStyleCnt="4"/>
      <dgm:spPr/>
    </dgm:pt>
    <dgm:pt modelId="{DB73E55A-DB30-134B-8698-DFFB476BA966}" type="pres">
      <dgm:prSet presAssocID="{3C7D408F-A71C-4B2D-83DF-B5DA83B9AB19}" presName="horz1" presStyleCnt="0"/>
      <dgm:spPr/>
    </dgm:pt>
    <dgm:pt modelId="{CC54A01B-785B-F244-B30C-63DEAEE5824A}" type="pres">
      <dgm:prSet presAssocID="{3C7D408F-A71C-4B2D-83DF-B5DA83B9AB19}" presName="tx1" presStyleLbl="revTx" presStyleIdx="1" presStyleCnt="4"/>
      <dgm:spPr/>
    </dgm:pt>
    <dgm:pt modelId="{9BB48940-9A10-FD4C-B705-A01F948E187E}" type="pres">
      <dgm:prSet presAssocID="{3C7D408F-A71C-4B2D-83DF-B5DA83B9AB19}" presName="vert1" presStyleCnt="0"/>
      <dgm:spPr/>
    </dgm:pt>
    <dgm:pt modelId="{DC7C1A19-19E0-9F46-BB55-6DC5069F9493}" type="pres">
      <dgm:prSet presAssocID="{C65CA8BA-84BA-48F2-A19C-E827FF8811DB}" presName="thickLine" presStyleLbl="alignNode1" presStyleIdx="2" presStyleCnt="4"/>
      <dgm:spPr/>
    </dgm:pt>
    <dgm:pt modelId="{C2F21811-7A45-4B41-9163-E22C94B959C2}" type="pres">
      <dgm:prSet presAssocID="{C65CA8BA-84BA-48F2-A19C-E827FF8811DB}" presName="horz1" presStyleCnt="0"/>
      <dgm:spPr/>
    </dgm:pt>
    <dgm:pt modelId="{82137E4A-6E26-A84C-A85D-9410F06F234E}" type="pres">
      <dgm:prSet presAssocID="{C65CA8BA-84BA-48F2-A19C-E827FF8811DB}" presName="tx1" presStyleLbl="revTx" presStyleIdx="2" presStyleCnt="4"/>
      <dgm:spPr/>
    </dgm:pt>
    <dgm:pt modelId="{0EB88AB9-B296-ED42-9C18-5B52D5ED0AF4}" type="pres">
      <dgm:prSet presAssocID="{C65CA8BA-84BA-48F2-A19C-E827FF8811DB}" presName="vert1" presStyleCnt="0"/>
      <dgm:spPr/>
    </dgm:pt>
    <dgm:pt modelId="{42BD1C54-6880-B241-8C37-90060BEA3C65}" type="pres">
      <dgm:prSet presAssocID="{FFB0F4D5-C30D-4086-89A6-546A5AEDE350}" presName="thickLine" presStyleLbl="alignNode1" presStyleIdx="3" presStyleCnt="4"/>
      <dgm:spPr/>
    </dgm:pt>
    <dgm:pt modelId="{1512B9A3-7513-594A-8096-B0DA6142B5FF}" type="pres">
      <dgm:prSet presAssocID="{FFB0F4D5-C30D-4086-89A6-546A5AEDE350}" presName="horz1" presStyleCnt="0"/>
      <dgm:spPr/>
    </dgm:pt>
    <dgm:pt modelId="{00AF6CA9-4B08-2C4A-91F9-07DE932A816F}" type="pres">
      <dgm:prSet presAssocID="{FFB0F4D5-C30D-4086-89A6-546A5AEDE350}" presName="tx1" presStyleLbl="revTx" presStyleIdx="3" presStyleCnt="4"/>
      <dgm:spPr/>
    </dgm:pt>
    <dgm:pt modelId="{A5F5C34A-F63A-C141-9D48-284D937D1F06}" type="pres">
      <dgm:prSet presAssocID="{FFB0F4D5-C30D-4086-89A6-546A5AEDE350}" presName="vert1" presStyleCnt="0"/>
      <dgm:spPr/>
    </dgm:pt>
  </dgm:ptLst>
  <dgm:cxnLst>
    <dgm:cxn modelId="{E106991D-AA1A-4BB6-8EDF-A14C86431B61}" srcId="{E1B3F6CE-5D04-451B-A5B4-FFE6757BFD34}" destId="{FFB0F4D5-C30D-4086-89A6-546A5AEDE350}" srcOrd="3" destOrd="0" parTransId="{03E8EDBE-1340-4494-BFEF-C53A9847116F}" sibTransId="{48BA47F4-CAAF-4E32-8076-053D68FBA024}"/>
    <dgm:cxn modelId="{57061924-D02B-461C-BB0C-8E43911A296A}" srcId="{E1B3F6CE-5D04-451B-A5B4-FFE6757BFD34}" destId="{C65CA8BA-84BA-48F2-A19C-E827FF8811DB}" srcOrd="2" destOrd="0" parTransId="{3542F4ED-4F24-4D20-A87E-8D7BFFDF6DDC}" sibTransId="{F5F399F5-A50B-4F9A-978D-F80E76B70A42}"/>
    <dgm:cxn modelId="{E87AE664-0269-D346-83B3-DCD5A911CAB6}" type="presOf" srcId="{E1B3F6CE-5D04-451B-A5B4-FFE6757BFD34}" destId="{05E87F11-81B7-BF4C-8F1D-5D281BAB95FB}" srcOrd="0" destOrd="0" presId="urn:microsoft.com/office/officeart/2008/layout/LinedList"/>
    <dgm:cxn modelId="{B190DD8C-EAD7-4720-B4CB-D481BF8B5287}" srcId="{E1B3F6CE-5D04-451B-A5B4-FFE6757BFD34}" destId="{F5C16750-5BE7-4775-9DDF-A085519231B5}" srcOrd="0" destOrd="0" parTransId="{1019FA30-E411-4D71-9B6B-598DBDDD654B}" sibTransId="{15052144-813A-4877-B811-8E2AB047D7AF}"/>
    <dgm:cxn modelId="{D6091993-468E-D746-A7F7-47A3F19E1F8B}" type="presOf" srcId="{C65CA8BA-84BA-48F2-A19C-E827FF8811DB}" destId="{82137E4A-6E26-A84C-A85D-9410F06F234E}" srcOrd="0" destOrd="0" presId="urn:microsoft.com/office/officeart/2008/layout/LinedList"/>
    <dgm:cxn modelId="{964BD4B1-54FB-4343-8B33-4D8FFCC58183}" srcId="{E1B3F6CE-5D04-451B-A5B4-FFE6757BFD34}" destId="{3C7D408F-A71C-4B2D-83DF-B5DA83B9AB19}" srcOrd="1" destOrd="0" parTransId="{7B396F37-C4F4-4221-B0FB-6373CCD3F740}" sibTransId="{31EA0D53-5AF3-461B-B421-1B41AB041771}"/>
    <dgm:cxn modelId="{3AB3ADD2-E707-A942-B92B-0D29DE4A8726}" type="presOf" srcId="{3C7D408F-A71C-4B2D-83DF-B5DA83B9AB19}" destId="{CC54A01B-785B-F244-B30C-63DEAEE5824A}" srcOrd="0" destOrd="0" presId="urn:microsoft.com/office/officeart/2008/layout/LinedList"/>
    <dgm:cxn modelId="{EB4A6EE4-EC19-434B-9E0A-6AE66B0B7D34}" type="presOf" srcId="{F5C16750-5BE7-4775-9DDF-A085519231B5}" destId="{92C8D2A8-2FEA-AE4D-87D7-DF224132742B}" srcOrd="0" destOrd="0" presId="urn:microsoft.com/office/officeart/2008/layout/LinedList"/>
    <dgm:cxn modelId="{B1FC62F8-C05E-5146-B257-A061EA9E1961}" type="presOf" srcId="{FFB0F4D5-C30D-4086-89A6-546A5AEDE350}" destId="{00AF6CA9-4B08-2C4A-91F9-07DE932A816F}" srcOrd="0" destOrd="0" presId="urn:microsoft.com/office/officeart/2008/layout/LinedList"/>
    <dgm:cxn modelId="{00C48793-DDE5-7D4D-A760-FF981F051340}" type="presParOf" srcId="{05E87F11-81B7-BF4C-8F1D-5D281BAB95FB}" destId="{93FADDED-792E-D14D-8347-2B661FF9D2C5}" srcOrd="0" destOrd="0" presId="urn:microsoft.com/office/officeart/2008/layout/LinedList"/>
    <dgm:cxn modelId="{02AFAC97-9007-894A-8B31-ECDD57B1D217}" type="presParOf" srcId="{05E87F11-81B7-BF4C-8F1D-5D281BAB95FB}" destId="{D9247BC2-E655-9541-BC1E-ADA2F56415CF}" srcOrd="1" destOrd="0" presId="urn:microsoft.com/office/officeart/2008/layout/LinedList"/>
    <dgm:cxn modelId="{AF409984-DA0F-7948-BA73-B4BE29B7B860}" type="presParOf" srcId="{D9247BC2-E655-9541-BC1E-ADA2F56415CF}" destId="{92C8D2A8-2FEA-AE4D-87D7-DF224132742B}" srcOrd="0" destOrd="0" presId="urn:microsoft.com/office/officeart/2008/layout/LinedList"/>
    <dgm:cxn modelId="{A0A64604-068B-D642-B8E7-6FDB0B46F5B4}" type="presParOf" srcId="{D9247BC2-E655-9541-BC1E-ADA2F56415CF}" destId="{DBC5638B-F4ED-2345-892F-85DC226DD9B8}" srcOrd="1" destOrd="0" presId="urn:microsoft.com/office/officeart/2008/layout/LinedList"/>
    <dgm:cxn modelId="{B258BA72-F461-EE4E-A4F2-7C1817267B8E}" type="presParOf" srcId="{05E87F11-81B7-BF4C-8F1D-5D281BAB95FB}" destId="{3E408DD8-56D8-CE47-B259-CF097A0B8BDB}" srcOrd="2" destOrd="0" presId="urn:microsoft.com/office/officeart/2008/layout/LinedList"/>
    <dgm:cxn modelId="{6641C386-D1F1-A34E-B6D9-FF4D927A368A}" type="presParOf" srcId="{05E87F11-81B7-BF4C-8F1D-5D281BAB95FB}" destId="{DB73E55A-DB30-134B-8698-DFFB476BA966}" srcOrd="3" destOrd="0" presId="urn:microsoft.com/office/officeart/2008/layout/LinedList"/>
    <dgm:cxn modelId="{6B9EC661-88B8-6140-97B7-D759BFC6651A}" type="presParOf" srcId="{DB73E55A-DB30-134B-8698-DFFB476BA966}" destId="{CC54A01B-785B-F244-B30C-63DEAEE5824A}" srcOrd="0" destOrd="0" presId="urn:microsoft.com/office/officeart/2008/layout/LinedList"/>
    <dgm:cxn modelId="{F86E8847-F2C6-374B-BFCF-F869C8E1BD9D}" type="presParOf" srcId="{DB73E55A-DB30-134B-8698-DFFB476BA966}" destId="{9BB48940-9A10-FD4C-B705-A01F948E187E}" srcOrd="1" destOrd="0" presId="urn:microsoft.com/office/officeart/2008/layout/LinedList"/>
    <dgm:cxn modelId="{505D1369-3779-9B48-A940-894CD9D6F0CF}" type="presParOf" srcId="{05E87F11-81B7-BF4C-8F1D-5D281BAB95FB}" destId="{DC7C1A19-19E0-9F46-BB55-6DC5069F9493}" srcOrd="4" destOrd="0" presId="urn:microsoft.com/office/officeart/2008/layout/LinedList"/>
    <dgm:cxn modelId="{486AE2F8-15D5-3F49-93A9-7EBF51AF7CFE}" type="presParOf" srcId="{05E87F11-81B7-BF4C-8F1D-5D281BAB95FB}" destId="{C2F21811-7A45-4B41-9163-E22C94B959C2}" srcOrd="5" destOrd="0" presId="urn:microsoft.com/office/officeart/2008/layout/LinedList"/>
    <dgm:cxn modelId="{0D99F670-FE81-EE40-B5F3-C08AE3937962}" type="presParOf" srcId="{C2F21811-7A45-4B41-9163-E22C94B959C2}" destId="{82137E4A-6E26-A84C-A85D-9410F06F234E}" srcOrd="0" destOrd="0" presId="urn:microsoft.com/office/officeart/2008/layout/LinedList"/>
    <dgm:cxn modelId="{8C09147F-27E1-754E-8EA5-63A9B55FAD50}" type="presParOf" srcId="{C2F21811-7A45-4B41-9163-E22C94B959C2}" destId="{0EB88AB9-B296-ED42-9C18-5B52D5ED0AF4}" srcOrd="1" destOrd="0" presId="urn:microsoft.com/office/officeart/2008/layout/LinedList"/>
    <dgm:cxn modelId="{0A256121-1085-7747-846B-102432EBF800}" type="presParOf" srcId="{05E87F11-81B7-BF4C-8F1D-5D281BAB95FB}" destId="{42BD1C54-6880-B241-8C37-90060BEA3C65}" srcOrd="6" destOrd="0" presId="urn:microsoft.com/office/officeart/2008/layout/LinedList"/>
    <dgm:cxn modelId="{2D166AE6-1163-EE46-968A-FB3F09AEC62B}" type="presParOf" srcId="{05E87F11-81B7-BF4C-8F1D-5D281BAB95FB}" destId="{1512B9A3-7513-594A-8096-B0DA6142B5FF}" srcOrd="7" destOrd="0" presId="urn:microsoft.com/office/officeart/2008/layout/LinedList"/>
    <dgm:cxn modelId="{61AE6C10-4FBD-B845-B190-A21E5BA85FC5}" type="presParOf" srcId="{1512B9A3-7513-594A-8096-B0DA6142B5FF}" destId="{00AF6CA9-4B08-2C4A-91F9-07DE932A816F}" srcOrd="0" destOrd="0" presId="urn:microsoft.com/office/officeart/2008/layout/LinedList"/>
    <dgm:cxn modelId="{C61B79F5-4806-B541-8813-B9923D2C63E5}" type="presParOf" srcId="{1512B9A3-7513-594A-8096-B0DA6142B5FF}" destId="{A5F5C34A-F63A-C141-9D48-284D937D1F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4DF9694-3ADB-4496-8253-3A2D2C658295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6A35876-304A-4C0D-870B-A0C2D422CC16}">
      <dgm:prSet/>
      <dgm:spPr/>
      <dgm:t>
        <a:bodyPr/>
        <a:lstStyle/>
        <a:p>
          <a:r>
            <a:rPr lang="en-GB"/>
            <a:t>User enters data through forms</a:t>
          </a:r>
          <a:endParaRPr lang="en-US"/>
        </a:p>
      </dgm:t>
    </dgm:pt>
    <dgm:pt modelId="{C721AFF1-EB47-43C4-A220-59D79A5045E4}" type="parTrans" cxnId="{1D09C7E5-8720-4C71-BCA0-980BDD5DD274}">
      <dgm:prSet/>
      <dgm:spPr/>
      <dgm:t>
        <a:bodyPr/>
        <a:lstStyle/>
        <a:p>
          <a:endParaRPr lang="en-US"/>
        </a:p>
      </dgm:t>
    </dgm:pt>
    <dgm:pt modelId="{588CBCB8-3C48-422E-B0CC-77F2829519C1}" type="sibTrans" cxnId="{1D09C7E5-8720-4C71-BCA0-980BDD5DD274}">
      <dgm:prSet/>
      <dgm:spPr/>
      <dgm:t>
        <a:bodyPr/>
        <a:lstStyle/>
        <a:p>
          <a:endParaRPr lang="en-US"/>
        </a:p>
      </dgm:t>
    </dgm:pt>
    <dgm:pt modelId="{804710E5-230A-4632-A7F4-AE3F3E96217B}">
      <dgm:prSet/>
      <dgm:spPr/>
      <dgm:t>
        <a:bodyPr/>
        <a:lstStyle/>
        <a:p>
          <a:r>
            <a:rPr lang="en-GB"/>
            <a:t>System validates input</a:t>
          </a:r>
          <a:endParaRPr lang="en-US"/>
        </a:p>
      </dgm:t>
    </dgm:pt>
    <dgm:pt modelId="{195BBB0D-2677-4422-AE5B-58A9E7C3F6A1}" type="parTrans" cxnId="{19303AED-E4EA-4681-9047-5437E5DD8607}">
      <dgm:prSet/>
      <dgm:spPr/>
      <dgm:t>
        <a:bodyPr/>
        <a:lstStyle/>
        <a:p>
          <a:endParaRPr lang="en-US"/>
        </a:p>
      </dgm:t>
    </dgm:pt>
    <dgm:pt modelId="{62B2E1C3-C5D8-40D3-8640-365D040E474D}" type="sibTrans" cxnId="{19303AED-E4EA-4681-9047-5437E5DD8607}">
      <dgm:prSet/>
      <dgm:spPr/>
      <dgm:t>
        <a:bodyPr/>
        <a:lstStyle/>
        <a:p>
          <a:endParaRPr lang="en-US"/>
        </a:p>
      </dgm:t>
    </dgm:pt>
    <dgm:pt modelId="{7CFDFFE0-27EA-46CB-B986-98CDDAB7472C}">
      <dgm:prSet/>
      <dgm:spPr/>
      <dgm:t>
        <a:bodyPr/>
        <a:lstStyle/>
        <a:p>
          <a:r>
            <a:rPr lang="en-GB"/>
            <a:t>Data is saved to MySQL</a:t>
          </a:r>
          <a:endParaRPr lang="en-US"/>
        </a:p>
      </dgm:t>
    </dgm:pt>
    <dgm:pt modelId="{EEAA0A30-8FCA-4746-912A-BFC0EB596D78}" type="parTrans" cxnId="{F1D4BD91-521A-4F79-8142-E449DE14E4F1}">
      <dgm:prSet/>
      <dgm:spPr/>
      <dgm:t>
        <a:bodyPr/>
        <a:lstStyle/>
        <a:p>
          <a:endParaRPr lang="en-US"/>
        </a:p>
      </dgm:t>
    </dgm:pt>
    <dgm:pt modelId="{42D926F2-33F9-4EC2-BB1A-D4B3B4F72E49}" type="sibTrans" cxnId="{F1D4BD91-521A-4F79-8142-E449DE14E4F1}">
      <dgm:prSet/>
      <dgm:spPr/>
      <dgm:t>
        <a:bodyPr/>
        <a:lstStyle/>
        <a:p>
          <a:endParaRPr lang="en-US"/>
        </a:p>
      </dgm:t>
    </dgm:pt>
    <dgm:pt modelId="{4467B985-9197-45DA-8D65-B6EF248DB09C}">
      <dgm:prSet/>
      <dgm:spPr/>
      <dgm:t>
        <a:bodyPr/>
        <a:lstStyle/>
        <a:p>
          <a:r>
            <a:rPr lang="en-GB"/>
            <a:t>Updated data is displayed in reports</a:t>
          </a:r>
          <a:endParaRPr lang="en-US"/>
        </a:p>
      </dgm:t>
    </dgm:pt>
    <dgm:pt modelId="{3F29BDF3-2306-4462-ABA2-A3E5E53F9819}" type="parTrans" cxnId="{63A845C1-5413-4F02-8FEF-0D1CA91FDA74}">
      <dgm:prSet/>
      <dgm:spPr/>
      <dgm:t>
        <a:bodyPr/>
        <a:lstStyle/>
        <a:p>
          <a:endParaRPr lang="en-US"/>
        </a:p>
      </dgm:t>
    </dgm:pt>
    <dgm:pt modelId="{A6C9DD42-917E-4E96-A4AA-2A4512EC1AFC}" type="sibTrans" cxnId="{63A845C1-5413-4F02-8FEF-0D1CA91FDA74}">
      <dgm:prSet/>
      <dgm:spPr/>
      <dgm:t>
        <a:bodyPr/>
        <a:lstStyle/>
        <a:p>
          <a:endParaRPr lang="en-US"/>
        </a:p>
      </dgm:t>
    </dgm:pt>
    <dgm:pt modelId="{11667437-C4ED-9C49-85AE-92DCBB3CEF86}" type="pres">
      <dgm:prSet presAssocID="{F4DF9694-3ADB-4496-8253-3A2D2C658295}" presName="vert0" presStyleCnt="0">
        <dgm:presLayoutVars>
          <dgm:dir/>
          <dgm:animOne val="branch"/>
          <dgm:animLvl val="lvl"/>
        </dgm:presLayoutVars>
      </dgm:prSet>
      <dgm:spPr/>
    </dgm:pt>
    <dgm:pt modelId="{FC36CC75-BC9E-4941-8A89-17EAE7CCBBC3}" type="pres">
      <dgm:prSet presAssocID="{76A35876-304A-4C0D-870B-A0C2D422CC16}" presName="thickLine" presStyleLbl="alignNode1" presStyleIdx="0" presStyleCnt="4"/>
      <dgm:spPr/>
    </dgm:pt>
    <dgm:pt modelId="{85A39A62-874D-A34A-85A0-299B7EFB8418}" type="pres">
      <dgm:prSet presAssocID="{76A35876-304A-4C0D-870B-A0C2D422CC16}" presName="horz1" presStyleCnt="0"/>
      <dgm:spPr/>
    </dgm:pt>
    <dgm:pt modelId="{4B269449-0466-1248-B270-9F1317DE5B8F}" type="pres">
      <dgm:prSet presAssocID="{76A35876-304A-4C0D-870B-A0C2D422CC16}" presName="tx1" presStyleLbl="revTx" presStyleIdx="0" presStyleCnt="4"/>
      <dgm:spPr/>
    </dgm:pt>
    <dgm:pt modelId="{5ACF5C7E-2A44-3B48-8178-30F0852C9B81}" type="pres">
      <dgm:prSet presAssocID="{76A35876-304A-4C0D-870B-A0C2D422CC16}" presName="vert1" presStyleCnt="0"/>
      <dgm:spPr/>
    </dgm:pt>
    <dgm:pt modelId="{2B2A51AF-BFE0-F949-828A-1EE54EEBCA8B}" type="pres">
      <dgm:prSet presAssocID="{804710E5-230A-4632-A7F4-AE3F3E96217B}" presName="thickLine" presStyleLbl="alignNode1" presStyleIdx="1" presStyleCnt="4"/>
      <dgm:spPr/>
    </dgm:pt>
    <dgm:pt modelId="{74988303-79F9-144F-83EF-2307F6A32987}" type="pres">
      <dgm:prSet presAssocID="{804710E5-230A-4632-A7F4-AE3F3E96217B}" presName="horz1" presStyleCnt="0"/>
      <dgm:spPr/>
    </dgm:pt>
    <dgm:pt modelId="{73828970-252C-C54F-AE60-D89CDAC9C937}" type="pres">
      <dgm:prSet presAssocID="{804710E5-230A-4632-A7F4-AE3F3E96217B}" presName="tx1" presStyleLbl="revTx" presStyleIdx="1" presStyleCnt="4"/>
      <dgm:spPr/>
    </dgm:pt>
    <dgm:pt modelId="{93085CBB-0852-EE43-AE36-C57780D81DE5}" type="pres">
      <dgm:prSet presAssocID="{804710E5-230A-4632-A7F4-AE3F3E96217B}" presName="vert1" presStyleCnt="0"/>
      <dgm:spPr/>
    </dgm:pt>
    <dgm:pt modelId="{30AE0FFA-4A4C-AF49-8F44-1E076099753E}" type="pres">
      <dgm:prSet presAssocID="{7CFDFFE0-27EA-46CB-B986-98CDDAB7472C}" presName="thickLine" presStyleLbl="alignNode1" presStyleIdx="2" presStyleCnt="4"/>
      <dgm:spPr/>
    </dgm:pt>
    <dgm:pt modelId="{553043AC-76AA-6645-B997-44FF101D4DB5}" type="pres">
      <dgm:prSet presAssocID="{7CFDFFE0-27EA-46CB-B986-98CDDAB7472C}" presName="horz1" presStyleCnt="0"/>
      <dgm:spPr/>
    </dgm:pt>
    <dgm:pt modelId="{4E5FAC80-07B0-A146-9B2D-C08663692749}" type="pres">
      <dgm:prSet presAssocID="{7CFDFFE0-27EA-46CB-B986-98CDDAB7472C}" presName="tx1" presStyleLbl="revTx" presStyleIdx="2" presStyleCnt="4"/>
      <dgm:spPr/>
    </dgm:pt>
    <dgm:pt modelId="{C9F081B9-E5C8-FF4E-B0BA-FEEB450F1701}" type="pres">
      <dgm:prSet presAssocID="{7CFDFFE0-27EA-46CB-B986-98CDDAB7472C}" presName="vert1" presStyleCnt="0"/>
      <dgm:spPr/>
    </dgm:pt>
    <dgm:pt modelId="{DDE4528B-010E-984F-8E9F-31B2ABB237B5}" type="pres">
      <dgm:prSet presAssocID="{4467B985-9197-45DA-8D65-B6EF248DB09C}" presName="thickLine" presStyleLbl="alignNode1" presStyleIdx="3" presStyleCnt="4"/>
      <dgm:spPr/>
    </dgm:pt>
    <dgm:pt modelId="{156569F2-BFF9-1F43-91E2-702C67EA5103}" type="pres">
      <dgm:prSet presAssocID="{4467B985-9197-45DA-8D65-B6EF248DB09C}" presName="horz1" presStyleCnt="0"/>
      <dgm:spPr/>
    </dgm:pt>
    <dgm:pt modelId="{9C117BC4-C6CE-9F47-AD3C-134006953556}" type="pres">
      <dgm:prSet presAssocID="{4467B985-9197-45DA-8D65-B6EF248DB09C}" presName="tx1" presStyleLbl="revTx" presStyleIdx="3" presStyleCnt="4"/>
      <dgm:spPr/>
    </dgm:pt>
    <dgm:pt modelId="{479CDC9C-E9E6-8449-953F-FA2F619CA5BF}" type="pres">
      <dgm:prSet presAssocID="{4467B985-9197-45DA-8D65-B6EF248DB09C}" presName="vert1" presStyleCnt="0"/>
      <dgm:spPr/>
    </dgm:pt>
  </dgm:ptLst>
  <dgm:cxnLst>
    <dgm:cxn modelId="{91B7FF0E-573B-E749-8FF4-B7AD027F4163}" type="presOf" srcId="{76A35876-304A-4C0D-870B-A0C2D422CC16}" destId="{4B269449-0466-1248-B270-9F1317DE5B8F}" srcOrd="0" destOrd="0" presId="urn:microsoft.com/office/officeart/2008/layout/LinedList"/>
    <dgm:cxn modelId="{2985CB3C-9277-2D4C-8BDA-AD5CFF593BA7}" type="presOf" srcId="{804710E5-230A-4632-A7F4-AE3F3E96217B}" destId="{73828970-252C-C54F-AE60-D89CDAC9C937}" srcOrd="0" destOrd="0" presId="urn:microsoft.com/office/officeart/2008/layout/LinedList"/>
    <dgm:cxn modelId="{885E6D4F-9D62-AC42-998E-7261A89C757F}" type="presOf" srcId="{4467B985-9197-45DA-8D65-B6EF248DB09C}" destId="{9C117BC4-C6CE-9F47-AD3C-134006953556}" srcOrd="0" destOrd="0" presId="urn:microsoft.com/office/officeart/2008/layout/LinedList"/>
    <dgm:cxn modelId="{F1D4BD91-521A-4F79-8142-E449DE14E4F1}" srcId="{F4DF9694-3ADB-4496-8253-3A2D2C658295}" destId="{7CFDFFE0-27EA-46CB-B986-98CDDAB7472C}" srcOrd="2" destOrd="0" parTransId="{EEAA0A30-8FCA-4746-912A-BFC0EB596D78}" sibTransId="{42D926F2-33F9-4EC2-BB1A-D4B3B4F72E49}"/>
    <dgm:cxn modelId="{283DE595-EBA9-FB4E-B78C-0B7E8DAFDE25}" type="presOf" srcId="{F4DF9694-3ADB-4496-8253-3A2D2C658295}" destId="{11667437-C4ED-9C49-85AE-92DCBB3CEF86}" srcOrd="0" destOrd="0" presId="urn:microsoft.com/office/officeart/2008/layout/LinedList"/>
    <dgm:cxn modelId="{CCE8F0A2-F7BD-5F46-B7CF-29AE0B2554D9}" type="presOf" srcId="{7CFDFFE0-27EA-46CB-B986-98CDDAB7472C}" destId="{4E5FAC80-07B0-A146-9B2D-C08663692749}" srcOrd="0" destOrd="0" presId="urn:microsoft.com/office/officeart/2008/layout/LinedList"/>
    <dgm:cxn modelId="{63A845C1-5413-4F02-8FEF-0D1CA91FDA74}" srcId="{F4DF9694-3ADB-4496-8253-3A2D2C658295}" destId="{4467B985-9197-45DA-8D65-B6EF248DB09C}" srcOrd="3" destOrd="0" parTransId="{3F29BDF3-2306-4462-ABA2-A3E5E53F9819}" sibTransId="{A6C9DD42-917E-4E96-A4AA-2A4512EC1AFC}"/>
    <dgm:cxn modelId="{1D09C7E5-8720-4C71-BCA0-980BDD5DD274}" srcId="{F4DF9694-3ADB-4496-8253-3A2D2C658295}" destId="{76A35876-304A-4C0D-870B-A0C2D422CC16}" srcOrd="0" destOrd="0" parTransId="{C721AFF1-EB47-43C4-A220-59D79A5045E4}" sibTransId="{588CBCB8-3C48-422E-B0CC-77F2829519C1}"/>
    <dgm:cxn modelId="{19303AED-E4EA-4681-9047-5437E5DD8607}" srcId="{F4DF9694-3ADB-4496-8253-3A2D2C658295}" destId="{804710E5-230A-4632-A7F4-AE3F3E96217B}" srcOrd="1" destOrd="0" parTransId="{195BBB0D-2677-4422-AE5B-58A9E7C3F6A1}" sibTransId="{62B2E1C3-C5D8-40D3-8640-365D040E474D}"/>
    <dgm:cxn modelId="{93AFD601-FF1D-CC4D-BEB3-C67126E092A0}" type="presParOf" srcId="{11667437-C4ED-9C49-85AE-92DCBB3CEF86}" destId="{FC36CC75-BC9E-4941-8A89-17EAE7CCBBC3}" srcOrd="0" destOrd="0" presId="urn:microsoft.com/office/officeart/2008/layout/LinedList"/>
    <dgm:cxn modelId="{9DAEB141-67FF-7B4A-BCC5-F3768F152233}" type="presParOf" srcId="{11667437-C4ED-9C49-85AE-92DCBB3CEF86}" destId="{85A39A62-874D-A34A-85A0-299B7EFB8418}" srcOrd="1" destOrd="0" presId="urn:microsoft.com/office/officeart/2008/layout/LinedList"/>
    <dgm:cxn modelId="{E642F4E1-55E8-A540-AB8E-7FDD86CD0D5C}" type="presParOf" srcId="{85A39A62-874D-A34A-85A0-299B7EFB8418}" destId="{4B269449-0466-1248-B270-9F1317DE5B8F}" srcOrd="0" destOrd="0" presId="urn:microsoft.com/office/officeart/2008/layout/LinedList"/>
    <dgm:cxn modelId="{C255D710-854F-914F-9551-B35F0098CA78}" type="presParOf" srcId="{85A39A62-874D-A34A-85A0-299B7EFB8418}" destId="{5ACF5C7E-2A44-3B48-8178-30F0852C9B81}" srcOrd="1" destOrd="0" presId="urn:microsoft.com/office/officeart/2008/layout/LinedList"/>
    <dgm:cxn modelId="{6518FA77-5485-8347-BAF4-090BB5217B38}" type="presParOf" srcId="{11667437-C4ED-9C49-85AE-92DCBB3CEF86}" destId="{2B2A51AF-BFE0-F949-828A-1EE54EEBCA8B}" srcOrd="2" destOrd="0" presId="urn:microsoft.com/office/officeart/2008/layout/LinedList"/>
    <dgm:cxn modelId="{8BE8807C-4875-5D4F-B8C0-B01188A5E51C}" type="presParOf" srcId="{11667437-C4ED-9C49-85AE-92DCBB3CEF86}" destId="{74988303-79F9-144F-83EF-2307F6A32987}" srcOrd="3" destOrd="0" presId="urn:microsoft.com/office/officeart/2008/layout/LinedList"/>
    <dgm:cxn modelId="{0333AA07-873E-F944-9D16-FB077C1B056A}" type="presParOf" srcId="{74988303-79F9-144F-83EF-2307F6A32987}" destId="{73828970-252C-C54F-AE60-D89CDAC9C937}" srcOrd="0" destOrd="0" presId="urn:microsoft.com/office/officeart/2008/layout/LinedList"/>
    <dgm:cxn modelId="{DDE3C297-E3B8-634B-85E9-4DF66B64717F}" type="presParOf" srcId="{74988303-79F9-144F-83EF-2307F6A32987}" destId="{93085CBB-0852-EE43-AE36-C57780D81DE5}" srcOrd="1" destOrd="0" presId="urn:microsoft.com/office/officeart/2008/layout/LinedList"/>
    <dgm:cxn modelId="{1B8F94FF-F3AB-BE4C-8BFC-B446A504A3CA}" type="presParOf" srcId="{11667437-C4ED-9C49-85AE-92DCBB3CEF86}" destId="{30AE0FFA-4A4C-AF49-8F44-1E076099753E}" srcOrd="4" destOrd="0" presId="urn:microsoft.com/office/officeart/2008/layout/LinedList"/>
    <dgm:cxn modelId="{BAB2C7D2-D390-A245-9DC1-6792116E9DCA}" type="presParOf" srcId="{11667437-C4ED-9C49-85AE-92DCBB3CEF86}" destId="{553043AC-76AA-6645-B997-44FF101D4DB5}" srcOrd="5" destOrd="0" presId="urn:microsoft.com/office/officeart/2008/layout/LinedList"/>
    <dgm:cxn modelId="{843D437F-068E-5345-8A05-6F70B0FCE501}" type="presParOf" srcId="{553043AC-76AA-6645-B997-44FF101D4DB5}" destId="{4E5FAC80-07B0-A146-9B2D-C08663692749}" srcOrd="0" destOrd="0" presId="urn:microsoft.com/office/officeart/2008/layout/LinedList"/>
    <dgm:cxn modelId="{61F36FD7-0531-A141-BC97-B6E826B08380}" type="presParOf" srcId="{553043AC-76AA-6645-B997-44FF101D4DB5}" destId="{C9F081B9-E5C8-FF4E-B0BA-FEEB450F1701}" srcOrd="1" destOrd="0" presId="urn:microsoft.com/office/officeart/2008/layout/LinedList"/>
    <dgm:cxn modelId="{FFD99FE8-74DD-4B41-842F-44A4606F4D4D}" type="presParOf" srcId="{11667437-C4ED-9C49-85AE-92DCBB3CEF86}" destId="{DDE4528B-010E-984F-8E9F-31B2ABB237B5}" srcOrd="6" destOrd="0" presId="urn:microsoft.com/office/officeart/2008/layout/LinedList"/>
    <dgm:cxn modelId="{CA33AA71-C770-074D-8409-3887F9F69CB2}" type="presParOf" srcId="{11667437-C4ED-9C49-85AE-92DCBB3CEF86}" destId="{156569F2-BFF9-1F43-91E2-702C67EA5103}" srcOrd="7" destOrd="0" presId="urn:microsoft.com/office/officeart/2008/layout/LinedList"/>
    <dgm:cxn modelId="{F70A26EB-1528-1C46-BE58-D4213E07483F}" type="presParOf" srcId="{156569F2-BFF9-1F43-91E2-702C67EA5103}" destId="{9C117BC4-C6CE-9F47-AD3C-134006953556}" srcOrd="0" destOrd="0" presId="urn:microsoft.com/office/officeart/2008/layout/LinedList"/>
    <dgm:cxn modelId="{03614E32-45ED-2B49-A2F7-D6E56661AE27}" type="presParOf" srcId="{156569F2-BFF9-1F43-91E2-702C67EA5103}" destId="{479CDC9C-E9E6-8449-953F-FA2F619CA5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13DCAF8-555B-4450-8F17-F494A1E54A1E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AED1D0B-3A45-4763-933D-CFDB46D2C2F5}">
      <dgm:prSet/>
      <dgm:spPr/>
      <dgm:t>
        <a:bodyPr/>
        <a:lstStyle/>
        <a:p>
          <a:r>
            <a:rPr lang="en-GB"/>
            <a:t>GUI communicates with service classes</a:t>
          </a:r>
          <a:endParaRPr lang="en-US"/>
        </a:p>
      </dgm:t>
    </dgm:pt>
    <dgm:pt modelId="{09424324-66F4-40F9-A7DE-A2E420541B74}" type="parTrans" cxnId="{BE31C68C-E894-4EB3-835F-FB2DAB608785}">
      <dgm:prSet/>
      <dgm:spPr/>
      <dgm:t>
        <a:bodyPr/>
        <a:lstStyle/>
        <a:p>
          <a:endParaRPr lang="en-US"/>
        </a:p>
      </dgm:t>
    </dgm:pt>
    <dgm:pt modelId="{CDEDFA76-CE40-4479-A2BD-C941ACA29FC0}" type="sibTrans" cxnId="{BE31C68C-E894-4EB3-835F-FB2DAB608785}">
      <dgm:prSet/>
      <dgm:spPr/>
      <dgm:t>
        <a:bodyPr/>
        <a:lstStyle/>
        <a:p>
          <a:endParaRPr lang="en-US"/>
        </a:p>
      </dgm:t>
    </dgm:pt>
    <dgm:pt modelId="{D605881A-F60F-4D2A-BC4E-4E2F5DF129F2}">
      <dgm:prSet/>
      <dgm:spPr/>
      <dgm:t>
        <a:bodyPr/>
        <a:lstStyle/>
        <a:p>
          <a:r>
            <a:rPr lang="en-GB"/>
            <a:t>Service classes interact with database</a:t>
          </a:r>
          <a:endParaRPr lang="en-US"/>
        </a:p>
      </dgm:t>
    </dgm:pt>
    <dgm:pt modelId="{CD1596AF-31F4-4A31-8793-54FFC09736C6}" type="parTrans" cxnId="{7089D448-3F6C-4DC2-801F-A76FAAABF7F6}">
      <dgm:prSet/>
      <dgm:spPr/>
      <dgm:t>
        <a:bodyPr/>
        <a:lstStyle/>
        <a:p>
          <a:endParaRPr lang="en-US"/>
        </a:p>
      </dgm:t>
    </dgm:pt>
    <dgm:pt modelId="{5605D3B3-787E-45A3-B6ED-1F323BC5C2D7}" type="sibTrans" cxnId="{7089D448-3F6C-4DC2-801F-A76FAAABF7F6}">
      <dgm:prSet/>
      <dgm:spPr/>
      <dgm:t>
        <a:bodyPr/>
        <a:lstStyle/>
        <a:p>
          <a:endParaRPr lang="en-US"/>
        </a:p>
      </dgm:t>
    </dgm:pt>
    <dgm:pt modelId="{B4A57B2E-DFEC-4F7E-BEC5-AA06B17B1E7A}">
      <dgm:prSet/>
      <dgm:spPr/>
      <dgm:t>
        <a:bodyPr/>
        <a:lstStyle/>
        <a:p>
          <a:r>
            <a:rPr lang="en-GB"/>
            <a:t>Database returns results to GUI</a:t>
          </a:r>
          <a:endParaRPr lang="en-US"/>
        </a:p>
      </dgm:t>
    </dgm:pt>
    <dgm:pt modelId="{D6CB3E0A-1A41-442B-B6EE-9A32A7CC5BA4}" type="parTrans" cxnId="{3E4C2894-DC3D-4A11-9724-05D04F6F2A3F}">
      <dgm:prSet/>
      <dgm:spPr/>
      <dgm:t>
        <a:bodyPr/>
        <a:lstStyle/>
        <a:p>
          <a:endParaRPr lang="en-US"/>
        </a:p>
      </dgm:t>
    </dgm:pt>
    <dgm:pt modelId="{632F8B18-7F24-4E19-8CF9-37B66D83AF56}" type="sibTrans" cxnId="{3E4C2894-DC3D-4A11-9724-05D04F6F2A3F}">
      <dgm:prSet/>
      <dgm:spPr/>
      <dgm:t>
        <a:bodyPr/>
        <a:lstStyle/>
        <a:p>
          <a:endParaRPr lang="en-US"/>
        </a:p>
      </dgm:t>
    </dgm:pt>
    <dgm:pt modelId="{5B695C49-0493-4563-A5F5-BFAABF85D6E9}">
      <dgm:prSet/>
      <dgm:spPr/>
      <dgm:t>
        <a:bodyPr/>
        <a:lstStyle/>
        <a:p>
          <a:r>
            <a:rPr lang="en-GB"/>
            <a:t>User sees real-time data updates</a:t>
          </a:r>
          <a:endParaRPr lang="en-US"/>
        </a:p>
      </dgm:t>
    </dgm:pt>
    <dgm:pt modelId="{44433CD0-09C7-4566-91C0-D2AD6947DDF0}" type="parTrans" cxnId="{4588BD11-C078-4F00-AD1B-6847CDD1ADE6}">
      <dgm:prSet/>
      <dgm:spPr/>
      <dgm:t>
        <a:bodyPr/>
        <a:lstStyle/>
        <a:p>
          <a:endParaRPr lang="en-US"/>
        </a:p>
      </dgm:t>
    </dgm:pt>
    <dgm:pt modelId="{DB766167-010F-4CDE-A202-BC36D9652ED3}" type="sibTrans" cxnId="{4588BD11-C078-4F00-AD1B-6847CDD1ADE6}">
      <dgm:prSet/>
      <dgm:spPr/>
      <dgm:t>
        <a:bodyPr/>
        <a:lstStyle/>
        <a:p>
          <a:endParaRPr lang="en-US"/>
        </a:p>
      </dgm:t>
    </dgm:pt>
    <dgm:pt modelId="{C18860D1-BE12-E94D-AC3D-05BBDA584C3A}" type="pres">
      <dgm:prSet presAssocID="{513DCAF8-555B-4450-8F17-F494A1E54A1E}" presName="vert0" presStyleCnt="0">
        <dgm:presLayoutVars>
          <dgm:dir/>
          <dgm:animOne val="branch"/>
          <dgm:animLvl val="lvl"/>
        </dgm:presLayoutVars>
      </dgm:prSet>
      <dgm:spPr/>
    </dgm:pt>
    <dgm:pt modelId="{48EFFFD9-D280-C943-B984-B0017953B840}" type="pres">
      <dgm:prSet presAssocID="{EAED1D0B-3A45-4763-933D-CFDB46D2C2F5}" presName="thickLine" presStyleLbl="alignNode1" presStyleIdx="0" presStyleCnt="4"/>
      <dgm:spPr/>
    </dgm:pt>
    <dgm:pt modelId="{410AE48C-F15B-0441-A461-4C7566B00470}" type="pres">
      <dgm:prSet presAssocID="{EAED1D0B-3A45-4763-933D-CFDB46D2C2F5}" presName="horz1" presStyleCnt="0"/>
      <dgm:spPr/>
    </dgm:pt>
    <dgm:pt modelId="{378B064D-3A9E-CB46-9A9E-09B478C5B2E4}" type="pres">
      <dgm:prSet presAssocID="{EAED1D0B-3A45-4763-933D-CFDB46D2C2F5}" presName="tx1" presStyleLbl="revTx" presStyleIdx="0" presStyleCnt="4"/>
      <dgm:spPr/>
    </dgm:pt>
    <dgm:pt modelId="{3C14E61D-B888-2F41-A7CA-2E30D2CA12BC}" type="pres">
      <dgm:prSet presAssocID="{EAED1D0B-3A45-4763-933D-CFDB46D2C2F5}" presName="vert1" presStyleCnt="0"/>
      <dgm:spPr/>
    </dgm:pt>
    <dgm:pt modelId="{61AA8F79-45EC-8C44-BBDC-CA6B32C5E701}" type="pres">
      <dgm:prSet presAssocID="{D605881A-F60F-4D2A-BC4E-4E2F5DF129F2}" presName="thickLine" presStyleLbl="alignNode1" presStyleIdx="1" presStyleCnt="4"/>
      <dgm:spPr/>
    </dgm:pt>
    <dgm:pt modelId="{5B86E410-78EC-454D-9D46-AF2E5345400D}" type="pres">
      <dgm:prSet presAssocID="{D605881A-F60F-4D2A-BC4E-4E2F5DF129F2}" presName="horz1" presStyleCnt="0"/>
      <dgm:spPr/>
    </dgm:pt>
    <dgm:pt modelId="{B03FC4D5-8758-0B4B-B3AB-3DCA35AC8106}" type="pres">
      <dgm:prSet presAssocID="{D605881A-F60F-4D2A-BC4E-4E2F5DF129F2}" presName="tx1" presStyleLbl="revTx" presStyleIdx="1" presStyleCnt="4"/>
      <dgm:spPr/>
    </dgm:pt>
    <dgm:pt modelId="{EEF2803B-0449-674E-9DDA-283A2C004119}" type="pres">
      <dgm:prSet presAssocID="{D605881A-F60F-4D2A-BC4E-4E2F5DF129F2}" presName="vert1" presStyleCnt="0"/>
      <dgm:spPr/>
    </dgm:pt>
    <dgm:pt modelId="{CE7C0ACE-F20F-CE4E-81F8-29BF5EA99136}" type="pres">
      <dgm:prSet presAssocID="{B4A57B2E-DFEC-4F7E-BEC5-AA06B17B1E7A}" presName="thickLine" presStyleLbl="alignNode1" presStyleIdx="2" presStyleCnt="4"/>
      <dgm:spPr/>
    </dgm:pt>
    <dgm:pt modelId="{A741CD5E-9C7F-3046-B82B-D04603F26AF7}" type="pres">
      <dgm:prSet presAssocID="{B4A57B2E-DFEC-4F7E-BEC5-AA06B17B1E7A}" presName="horz1" presStyleCnt="0"/>
      <dgm:spPr/>
    </dgm:pt>
    <dgm:pt modelId="{5263EC1E-126B-AF4E-B400-3FF56AD4ACC4}" type="pres">
      <dgm:prSet presAssocID="{B4A57B2E-DFEC-4F7E-BEC5-AA06B17B1E7A}" presName="tx1" presStyleLbl="revTx" presStyleIdx="2" presStyleCnt="4"/>
      <dgm:spPr/>
    </dgm:pt>
    <dgm:pt modelId="{D5478C3C-27A3-9C47-8E2C-5589019F0952}" type="pres">
      <dgm:prSet presAssocID="{B4A57B2E-DFEC-4F7E-BEC5-AA06B17B1E7A}" presName="vert1" presStyleCnt="0"/>
      <dgm:spPr/>
    </dgm:pt>
    <dgm:pt modelId="{84E02264-D37C-AF43-B0B8-5FF7FE060A8E}" type="pres">
      <dgm:prSet presAssocID="{5B695C49-0493-4563-A5F5-BFAABF85D6E9}" presName="thickLine" presStyleLbl="alignNode1" presStyleIdx="3" presStyleCnt="4"/>
      <dgm:spPr/>
    </dgm:pt>
    <dgm:pt modelId="{450AA0EA-2F46-9C40-922E-0A546EA50270}" type="pres">
      <dgm:prSet presAssocID="{5B695C49-0493-4563-A5F5-BFAABF85D6E9}" presName="horz1" presStyleCnt="0"/>
      <dgm:spPr/>
    </dgm:pt>
    <dgm:pt modelId="{B2459FF7-C0EB-074C-8E72-6A566AA95094}" type="pres">
      <dgm:prSet presAssocID="{5B695C49-0493-4563-A5F5-BFAABF85D6E9}" presName="tx1" presStyleLbl="revTx" presStyleIdx="3" presStyleCnt="4"/>
      <dgm:spPr/>
    </dgm:pt>
    <dgm:pt modelId="{06F2EC4E-910E-0E43-A7D0-5208C983C7A3}" type="pres">
      <dgm:prSet presAssocID="{5B695C49-0493-4563-A5F5-BFAABF85D6E9}" presName="vert1" presStyleCnt="0"/>
      <dgm:spPr/>
    </dgm:pt>
  </dgm:ptLst>
  <dgm:cxnLst>
    <dgm:cxn modelId="{4588BD11-C078-4F00-AD1B-6847CDD1ADE6}" srcId="{513DCAF8-555B-4450-8F17-F494A1E54A1E}" destId="{5B695C49-0493-4563-A5F5-BFAABF85D6E9}" srcOrd="3" destOrd="0" parTransId="{44433CD0-09C7-4566-91C0-D2AD6947DDF0}" sibTransId="{DB766167-010F-4CDE-A202-BC36D9652ED3}"/>
    <dgm:cxn modelId="{F33ADF47-73E0-4243-B111-D0F8CE9EBF78}" type="presOf" srcId="{D605881A-F60F-4D2A-BC4E-4E2F5DF129F2}" destId="{B03FC4D5-8758-0B4B-B3AB-3DCA35AC8106}" srcOrd="0" destOrd="0" presId="urn:microsoft.com/office/officeart/2008/layout/LinedList"/>
    <dgm:cxn modelId="{7089D448-3F6C-4DC2-801F-A76FAAABF7F6}" srcId="{513DCAF8-555B-4450-8F17-F494A1E54A1E}" destId="{D605881A-F60F-4D2A-BC4E-4E2F5DF129F2}" srcOrd="1" destOrd="0" parTransId="{CD1596AF-31F4-4A31-8793-54FFC09736C6}" sibTransId="{5605D3B3-787E-45A3-B6ED-1F323BC5C2D7}"/>
    <dgm:cxn modelId="{3A417359-FE53-A340-8EB9-85D2AEC329D4}" type="presOf" srcId="{513DCAF8-555B-4450-8F17-F494A1E54A1E}" destId="{C18860D1-BE12-E94D-AC3D-05BBDA584C3A}" srcOrd="0" destOrd="0" presId="urn:microsoft.com/office/officeart/2008/layout/LinedList"/>
    <dgm:cxn modelId="{EA58777E-84B8-F745-9D5F-7B4F6B6C4AF9}" type="presOf" srcId="{5B695C49-0493-4563-A5F5-BFAABF85D6E9}" destId="{B2459FF7-C0EB-074C-8E72-6A566AA95094}" srcOrd="0" destOrd="0" presId="urn:microsoft.com/office/officeart/2008/layout/LinedList"/>
    <dgm:cxn modelId="{BE31C68C-E894-4EB3-835F-FB2DAB608785}" srcId="{513DCAF8-555B-4450-8F17-F494A1E54A1E}" destId="{EAED1D0B-3A45-4763-933D-CFDB46D2C2F5}" srcOrd="0" destOrd="0" parTransId="{09424324-66F4-40F9-A7DE-A2E420541B74}" sibTransId="{CDEDFA76-CE40-4479-A2BD-C941ACA29FC0}"/>
    <dgm:cxn modelId="{3E4C2894-DC3D-4A11-9724-05D04F6F2A3F}" srcId="{513DCAF8-555B-4450-8F17-F494A1E54A1E}" destId="{B4A57B2E-DFEC-4F7E-BEC5-AA06B17B1E7A}" srcOrd="2" destOrd="0" parTransId="{D6CB3E0A-1A41-442B-B6EE-9A32A7CC5BA4}" sibTransId="{632F8B18-7F24-4E19-8CF9-37B66D83AF56}"/>
    <dgm:cxn modelId="{F63F07DE-9B4F-1946-80A8-2F191BBC1589}" type="presOf" srcId="{EAED1D0B-3A45-4763-933D-CFDB46D2C2F5}" destId="{378B064D-3A9E-CB46-9A9E-09B478C5B2E4}" srcOrd="0" destOrd="0" presId="urn:microsoft.com/office/officeart/2008/layout/LinedList"/>
    <dgm:cxn modelId="{8D62FCEF-D4FC-5142-8EE6-B890509C3682}" type="presOf" srcId="{B4A57B2E-DFEC-4F7E-BEC5-AA06B17B1E7A}" destId="{5263EC1E-126B-AF4E-B400-3FF56AD4ACC4}" srcOrd="0" destOrd="0" presId="urn:microsoft.com/office/officeart/2008/layout/LinedList"/>
    <dgm:cxn modelId="{1EB2B418-C8CC-7F41-95B3-B07702FE4AF6}" type="presParOf" srcId="{C18860D1-BE12-E94D-AC3D-05BBDA584C3A}" destId="{48EFFFD9-D280-C943-B984-B0017953B840}" srcOrd="0" destOrd="0" presId="urn:microsoft.com/office/officeart/2008/layout/LinedList"/>
    <dgm:cxn modelId="{67F4768F-71F7-1648-9DAE-AC4537507255}" type="presParOf" srcId="{C18860D1-BE12-E94D-AC3D-05BBDA584C3A}" destId="{410AE48C-F15B-0441-A461-4C7566B00470}" srcOrd="1" destOrd="0" presId="urn:microsoft.com/office/officeart/2008/layout/LinedList"/>
    <dgm:cxn modelId="{248F32C7-9869-FE49-B7E0-308992489E0D}" type="presParOf" srcId="{410AE48C-F15B-0441-A461-4C7566B00470}" destId="{378B064D-3A9E-CB46-9A9E-09B478C5B2E4}" srcOrd="0" destOrd="0" presId="urn:microsoft.com/office/officeart/2008/layout/LinedList"/>
    <dgm:cxn modelId="{7D0708F1-8379-9F40-98E7-5543FA9279A5}" type="presParOf" srcId="{410AE48C-F15B-0441-A461-4C7566B00470}" destId="{3C14E61D-B888-2F41-A7CA-2E30D2CA12BC}" srcOrd="1" destOrd="0" presId="urn:microsoft.com/office/officeart/2008/layout/LinedList"/>
    <dgm:cxn modelId="{09F1C78B-492A-AC4C-B934-6554D45A7D6F}" type="presParOf" srcId="{C18860D1-BE12-E94D-AC3D-05BBDA584C3A}" destId="{61AA8F79-45EC-8C44-BBDC-CA6B32C5E701}" srcOrd="2" destOrd="0" presId="urn:microsoft.com/office/officeart/2008/layout/LinedList"/>
    <dgm:cxn modelId="{A2F5D19D-0CD6-8C48-BAA3-315588998563}" type="presParOf" srcId="{C18860D1-BE12-E94D-AC3D-05BBDA584C3A}" destId="{5B86E410-78EC-454D-9D46-AF2E5345400D}" srcOrd="3" destOrd="0" presId="urn:microsoft.com/office/officeart/2008/layout/LinedList"/>
    <dgm:cxn modelId="{199242DF-6821-C441-9921-6A43CB2FE648}" type="presParOf" srcId="{5B86E410-78EC-454D-9D46-AF2E5345400D}" destId="{B03FC4D5-8758-0B4B-B3AB-3DCA35AC8106}" srcOrd="0" destOrd="0" presId="urn:microsoft.com/office/officeart/2008/layout/LinedList"/>
    <dgm:cxn modelId="{944E3031-4884-BB43-BEEF-36B4DB7F62C2}" type="presParOf" srcId="{5B86E410-78EC-454D-9D46-AF2E5345400D}" destId="{EEF2803B-0449-674E-9DDA-283A2C004119}" srcOrd="1" destOrd="0" presId="urn:microsoft.com/office/officeart/2008/layout/LinedList"/>
    <dgm:cxn modelId="{F4B59444-5957-2345-872A-31BC1A8E5051}" type="presParOf" srcId="{C18860D1-BE12-E94D-AC3D-05BBDA584C3A}" destId="{CE7C0ACE-F20F-CE4E-81F8-29BF5EA99136}" srcOrd="4" destOrd="0" presId="urn:microsoft.com/office/officeart/2008/layout/LinedList"/>
    <dgm:cxn modelId="{9C722B82-B6B6-FD45-8757-430CB6FE9C71}" type="presParOf" srcId="{C18860D1-BE12-E94D-AC3D-05BBDA584C3A}" destId="{A741CD5E-9C7F-3046-B82B-D04603F26AF7}" srcOrd="5" destOrd="0" presId="urn:microsoft.com/office/officeart/2008/layout/LinedList"/>
    <dgm:cxn modelId="{B0A92E68-AA52-BC4E-923B-88C6B96A2E8B}" type="presParOf" srcId="{A741CD5E-9C7F-3046-B82B-D04603F26AF7}" destId="{5263EC1E-126B-AF4E-B400-3FF56AD4ACC4}" srcOrd="0" destOrd="0" presId="urn:microsoft.com/office/officeart/2008/layout/LinedList"/>
    <dgm:cxn modelId="{5A5AD7D6-37A1-4B43-A183-3722795AC83F}" type="presParOf" srcId="{A741CD5E-9C7F-3046-B82B-D04603F26AF7}" destId="{D5478C3C-27A3-9C47-8E2C-5589019F0952}" srcOrd="1" destOrd="0" presId="urn:microsoft.com/office/officeart/2008/layout/LinedList"/>
    <dgm:cxn modelId="{011E4799-981B-354C-B683-15A1F059E2D5}" type="presParOf" srcId="{C18860D1-BE12-E94D-AC3D-05BBDA584C3A}" destId="{84E02264-D37C-AF43-B0B8-5FF7FE060A8E}" srcOrd="6" destOrd="0" presId="urn:microsoft.com/office/officeart/2008/layout/LinedList"/>
    <dgm:cxn modelId="{11B7ECEA-10ED-A24A-BDD4-3CBE697C68BF}" type="presParOf" srcId="{C18860D1-BE12-E94D-AC3D-05BBDA584C3A}" destId="{450AA0EA-2F46-9C40-922E-0A546EA50270}" srcOrd="7" destOrd="0" presId="urn:microsoft.com/office/officeart/2008/layout/LinedList"/>
    <dgm:cxn modelId="{AEA4E997-540A-4A4F-B871-5AAC6E8E1AB7}" type="presParOf" srcId="{450AA0EA-2F46-9C40-922E-0A546EA50270}" destId="{B2459FF7-C0EB-074C-8E72-6A566AA95094}" srcOrd="0" destOrd="0" presId="urn:microsoft.com/office/officeart/2008/layout/LinedList"/>
    <dgm:cxn modelId="{74572812-EAE9-3D4B-84B7-BA9217C187D7}" type="presParOf" srcId="{450AA0EA-2F46-9C40-922E-0A546EA50270}" destId="{06F2EC4E-910E-0E43-A7D0-5208C983C7A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C74F9FC-1926-4A4A-A332-A9781DB2944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466FB3DC-910E-4B70-9208-C67C18C527DF}">
      <dgm:prSet/>
      <dgm:spPr/>
      <dgm:t>
        <a:bodyPr/>
        <a:lstStyle/>
        <a:p>
          <a:r>
            <a:rPr lang="en-GB"/>
            <a:t>Improved my Java programming skills</a:t>
          </a:r>
          <a:endParaRPr lang="en-US"/>
        </a:p>
      </dgm:t>
    </dgm:pt>
    <dgm:pt modelId="{3022E0B2-A13F-40F0-A162-D1190CEB6DC0}" type="parTrans" cxnId="{AA8CECF6-C962-4F7C-94D9-1D10DDC3D55C}">
      <dgm:prSet/>
      <dgm:spPr/>
      <dgm:t>
        <a:bodyPr/>
        <a:lstStyle/>
        <a:p>
          <a:endParaRPr lang="en-US"/>
        </a:p>
      </dgm:t>
    </dgm:pt>
    <dgm:pt modelId="{B84B1BAE-43AF-414A-A435-758DF7DD1AAC}" type="sibTrans" cxnId="{AA8CECF6-C962-4F7C-94D9-1D10DDC3D55C}">
      <dgm:prSet/>
      <dgm:spPr/>
      <dgm:t>
        <a:bodyPr/>
        <a:lstStyle/>
        <a:p>
          <a:endParaRPr lang="en-US"/>
        </a:p>
      </dgm:t>
    </dgm:pt>
    <dgm:pt modelId="{F8A9271A-5D0D-4823-B8B6-CFACC268DF01}">
      <dgm:prSet/>
      <dgm:spPr/>
      <dgm:t>
        <a:bodyPr/>
        <a:lstStyle/>
        <a:p>
          <a:r>
            <a:rPr lang="en-GB"/>
            <a:t>Learned how to connect Java with MySQL</a:t>
          </a:r>
          <a:endParaRPr lang="en-US"/>
        </a:p>
      </dgm:t>
    </dgm:pt>
    <dgm:pt modelId="{FD06B314-5463-48E8-A145-614635E35A2C}" type="parTrans" cxnId="{11BDB1AB-DCA0-4C8D-A1FC-EE5CE6C2D218}">
      <dgm:prSet/>
      <dgm:spPr/>
      <dgm:t>
        <a:bodyPr/>
        <a:lstStyle/>
        <a:p>
          <a:endParaRPr lang="en-US"/>
        </a:p>
      </dgm:t>
    </dgm:pt>
    <dgm:pt modelId="{5846E039-BA34-4D4E-8572-A22F40B250C6}" type="sibTrans" cxnId="{11BDB1AB-DCA0-4C8D-A1FC-EE5CE6C2D218}">
      <dgm:prSet/>
      <dgm:spPr/>
      <dgm:t>
        <a:bodyPr/>
        <a:lstStyle/>
        <a:p>
          <a:endParaRPr lang="en-US"/>
        </a:p>
      </dgm:t>
    </dgm:pt>
    <dgm:pt modelId="{ECA73FB0-C3DC-474D-9A24-7BD9756FC700}">
      <dgm:prSet/>
      <dgm:spPr/>
      <dgm:t>
        <a:bodyPr/>
        <a:lstStyle/>
        <a:p>
          <a:r>
            <a:rPr lang="en-GB"/>
            <a:t>Gained experience with GUI development</a:t>
          </a:r>
          <a:endParaRPr lang="en-US"/>
        </a:p>
      </dgm:t>
    </dgm:pt>
    <dgm:pt modelId="{A126840A-E18A-456A-8934-068D1B31F0C8}" type="parTrans" cxnId="{98C0CBA8-7F98-4F25-A85A-7C2BF2149529}">
      <dgm:prSet/>
      <dgm:spPr/>
      <dgm:t>
        <a:bodyPr/>
        <a:lstStyle/>
        <a:p>
          <a:endParaRPr lang="en-US"/>
        </a:p>
      </dgm:t>
    </dgm:pt>
    <dgm:pt modelId="{A5D83A70-C35E-4FE9-AC9E-E2B5AE3E4678}" type="sibTrans" cxnId="{98C0CBA8-7F98-4F25-A85A-7C2BF2149529}">
      <dgm:prSet/>
      <dgm:spPr/>
      <dgm:t>
        <a:bodyPr/>
        <a:lstStyle/>
        <a:p>
          <a:endParaRPr lang="en-US"/>
        </a:p>
      </dgm:t>
    </dgm:pt>
    <dgm:pt modelId="{075A0BA0-866C-4D36-AF49-F7AAAE6FE6C1}">
      <dgm:prSet/>
      <dgm:spPr/>
      <dgm:t>
        <a:bodyPr/>
        <a:lstStyle/>
        <a:p>
          <a:r>
            <a:rPr lang="en-GB"/>
            <a:t>Better understanding of OOP concepts</a:t>
          </a:r>
          <a:endParaRPr lang="en-US"/>
        </a:p>
      </dgm:t>
    </dgm:pt>
    <dgm:pt modelId="{75BE4977-41F0-488B-BB5F-FF2E853ABC93}" type="parTrans" cxnId="{7C6A1A1C-D305-4493-ADBE-12FE44F3B5D1}">
      <dgm:prSet/>
      <dgm:spPr/>
      <dgm:t>
        <a:bodyPr/>
        <a:lstStyle/>
        <a:p>
          <a:endParaRPr lang="en-US"/>
        </a:p>
      </dgm:t>
    </dgm:pt>
    <dgm:pt modelId="{1B373F4E-6335-46AD-A2B5-570A0EA9084F}" type="sibTrans" cxnId="{7C6A1A1C-D305-4493-ADBE-12FE44F3B5D1}">
      <dgm:prSet/>
      <dgm:spPr/>
      <dgm:t>
        <a:bodyPr/>
        <a:lstStyle/>
        <a:p>
          <a:endParaRPr lang="en-US"/>
        </a:p>
      </dgm:t>
    </dgm:pt>
    <dgm:pt modelId="{3F876E0C-9049-344F-ABFE-2FC83A53117D}" type="pres">
      <dgm:prSet presAssocID="{6C74F9FC-1926-4A4A-A332-A9781DB29440}" presName="vert0" presStyleCnt="0">
        <dgm:presLayoutVars>
          <dgm:dir/>
          <dgm:animOne val="branch"/>
          <dgm:animLvl val="lvl"/>
        </dgm:presLayoutVars>
      </dgm:prSet>
      <dgm:spPr/>
    </dgm:pt>
    <dgm:pt modelId="{1BC35AF4-5BE6-4241-8802-BD53EE1FFE88}" type="pres">
      <dgm:prSet presAssocID="{466FB3DC-910E-4B70-9208-C67C18C527DF}" presName="thickLine" presStyleLbl="alignNode1" presStyleIdx="0" presStyleCnt="4"/>
      <dgm:spPr/>
    </dgm:pt>
    <dgm:pt modelId="{4DB7F1FE-8C1E-CB40-BF7A-CD405050CB5E}" type="pres">
      <dgm:prSet presAssocID="{466FB3DC-910E-4B70-9208-C67C18C527DF}" presName="horz1" presStyleCnt="0"/>
      <dgm:spPr/>
    </dgm:pt>
    <dgm:pt modelId="{DE3BA02D-259A-064B-978D-23C2521FDC82}" type="pres">
      <dgm:prSet presAssocID="{466FB3DC-910E-4B70-9208-C67C18C527DF}" presName="tx1" presStyleLbl="revTx" presStyleIdx="0" presStyleCnt="4"/>
      <dgm:spPr/>
    </dgm:pt>
    <dgm:pt modelId="{8EB6DA02-3CCF-D14E-B006-D4A28A29C423}" type="pres">
      <dgm:prSet presAssocID="{466FB3DC-910E-4B70-9208-C67C18C527DF}" presName="vert1" presStyleCnt="0"/>
      <dgm:spPr/>
    </dgm:pt>
    <dgm:pt modelId="{5E121164-5F9F-2543-836E-C8538339295D}" type="pres">
      <dgm:prSet presAssocID="{F8A9271A-5D0D-4823-B8B6-CFACC268DF01}" presName="thickLine" presStyleLbl="alignNode1" presStyleIdx="1" presStyleCnt="4"/>
      <dgm:spPr/>
    </dgm:pt>
    <dgm:pt modelId="{AF19372A-4A94-7E46-B0AA-9DA07F76D391}" type="pres">
      <dgm:prSet presAssocID="{F8A9271A-5D0D-4823-B8B6-CFACC268DF01}" presName="horz1" presStyleCnt="0"/>
      <dgm:spPr/>
    </dgm:pt>
    <dgm:pt modelId="{34530BED-9E79-9F4B-8660-D562EBA4DE52}" type="pres">
      <dgm:prSet presAssocID="{F8A9271A-5D0D-4823-B8B6-CFACC268DF01}" presName="tx1" presStyleLbl="revTx" presStyleIdx="1" presStyleCnt="4"/>
      <dgm:spPr/>
    </dgm:pt>
    <dgm:pt modelId="{341BF81C-507A-964C-A8FF-49C1B63EE333}" type="pres">
      <dgm:prSet presAssocID="{F8A9271A-5D0D-4823-B8B6-CFACC268DF01}" presName="vert1" presStyleCnt="0"/>
      <dgm:spPr/>
    </dgm:pt>
    <dgm:pt modelId="{7EE4F0BB-5540-9C4D-8339-A3A49CDAFE28}" type="pres">
      <dgm:prSet presAssocID="{ECA73FB0-C3DC-474D-9A24-7BD9756FC700}" presName="thickLine" presStyleLbl="alignNode1" presStyleIdx="2" presStyleCnt="4"/>
      <dgm:spPr/>
    </dgm:pt>
    <dgm:pt modelId="{664BF8B6-DBD9-3042-9863-868E319EAFD4}" type="pres">
      <dgm:prSet presAssocID="{ECA73FB0-C3DC-474D-9A24-7BD9756FC700}" presName="horz1" presStyleCnt="0"/>
      <dgm:spPr/>
    </dgm:pt>
    <dgm:pt modelId="{53F363CC-6939-CF41-94A8-20F8BCA9E481}" type="pres">
      <dgm:prSet presAssocID="{ECA73FB0-C3DC-474D-9A24-7BD9756FC700}" presName="tx1" presStyleLbl="revTx" presStyleIdx="2" presStyleCnt="4"/>
      <dgm:spPr/>
    </dgm:pt>
    <dgm:pt modelId="{C9425BC1-39B8-484E-B58E-9F35992D9C1F}" type="pres">
      <dgm:prSet presAssocID="{ECA73FB0-C3DC-474D-9A24-7BD9756FC700}" presName="vert1" presStyleCnt="0"/>
      <dgm:spPr/>
    </dgm:pt>
    <dgm:pt modelId="{49B6A915-664F-C242-B372-A41104E83543}" type="pres">
      <dgm:prSet presAssocID="{075A0BA0-866C-4D36-AF49-F7AAAE6FE6C1}" presName="thickLine" presStyleLbl="alignNode1" presStyleIdx="3" presStyleCnt="4"/>
      <dgm:spPr/>
    </dgm:pt>
    <dgm:pt modelId="{DB6D1295-6810-5743-9659-0A15D21EC7A2}" type="pres">
      <dgm:prSet presAssocID="{075A0BA0-866C-4D36-AF49-F7AAAE6FE6C1}" presName="horz1" presStyleCnt="0"/>
      <dgm:spPr/>
    </dgm:pt>
    <dgm:pt modelId="{3A829EC7-B07B-DF45-9B12-3C70E41995E1}" type="pres">
      <dgm:prSet presAssocID="{075A0BA0-866C-4D36-AF49-F7AAAE6FE6C1}" presName="tx1" presStyleLbl="revTx" presStyleIdx="3" presStyleCnt="4"/>
      <dgm:spPr/>
    </dgm:pt>
    <dgm:pt modelId="{D1934EB3-4E66-2F40-8A6B-1EEBF1E80D04}" type="pres">
      <dgm:prSet presAssocID="{075A0BA0-866C-4D36-AF49-F7AAAE6FE6C1}" presName="vert1" presStyleCnt="0"/>
      <dgm:spPr/>
    </dgm:pt>
  </dgm:ptLst>
  <dgm:cxnLst>
    <dgm:cxn modelId="{7C6A1A1C-D305-4493-ADBE-12FE44F3B5D1}" srcId="{6C74F9FC-1926-4A4A-A332-A9781DB29440}" destId="{075A0BA0-866C-4D36-AF49-F7AAAE6FE6C1}" srcOrd="3" destOrd="0" parTransId="{75BE4977-41F0-488B-BB5F-FF2E853ABC93}" sibTransId="{1B373F4E-6335-46AD-A2B5-570A0EA9084F}"/>
    <dgm:cxn modelId="{F964DF3C-DF66-FC4F-AD2D-95AC8CE34575}" type="presOf" srcId="{466FB3DC-910E-4B70-9208-C67C18C527DF}" destId="{DE3BA02D-259A-064B-978D-23C2521FDC82}" srcOrd="0" destOrd="0" presId="urn:microsoft.com/office/officeart/2008/layout/LinedList"/>
    <dgm:cxn modelId="{34715A3F-0040-D949-81DD-E7E6D5E812AF}" type="presOf" srcId="{075A0BA0-866C-4D36-AF49-F7AAAE6FE6C1}" destId="{3A829EC7-B07B-DF45-9B12-3C70E41995E1}" srcOrd="0" destOrd="0" presId="urn:microsoft.com/office/officeart/2008/layout/LinedList"/>
    <dgm:cxn modelId="{98C0CBA8-7F98-4F25-A85A-7C2BF2149529}" srcId="{6C74F9FC-1926-4A4A-A332-A9781DB29440}" destId="{ECA73FB0-C3DC-474D-9A24-7BD9756FC700}" srcOrd="2" destOrd="0" parTransId="{A126840A-E18A-456A-8934-068D1B31F0C8}" sibTransId="{A5D83A70-C35E-4FE9-AC9E-E2B5AE3E4678}"/>
    <dgm:cxn modelId="{11BDB1AB-DCA0-4C8D-A1FC-EE5CE6C2D218}" srcId="{6C74F9FC-1926-4A4A-A332-A9781DB29440}" destId="{F8A9271A-5D0D-4823-B8B6-CFACC268DF01}" srcOrd="1" destOrd="0" parTransId="{FD06B314-5463-48E8-A145-614635E35A2C}" sibTransId="{5846E039-BA34-4D4E-8572-A22F40B250C6}"/>
    <dgm:cxn modelId="{49003EB5-A532-D646-9250-509863C9A1A8}" type="presOf" srcId="{F8A9271A-5D0D-4823-B8B6-CFACC268DF01}" destId="{34530BED-9E79-9F4B-8660-D562EBA4DE52}" srcOrd="0" destOrd="0" presId="urn:microsoft.com/office/officeart/2008/layout/LinedList"/>
    <dgm:cxn modelId="{0513FCCE-6F0F-D545-938A-30B990D82DFF}" type="presOf" srcId="{6C74F9FC-1926-4A4A-A332-A9781DB29440}" destId="{3F876E0C-9049-344F-ABFE-2FC83A53117D}" srcOrd="0" destOrd="0" presId="urn:microsoft.com/office/officeart/2008/layout/LinedList"/>
    <dgm:cxn modelId="{AA8CECF6-C962-4F7C-94D9-1D10DDC3D55C}" srcId="{6C74F9FC-1926-4A4A-A332-A9781DB29440}" destId="{466FB3DC-910E-4B70-9208-C67C18C527DF}" srcOrd="0" destOrd="0" parTransId="{3022E0B2-A13F-40F0-A162-D1190CEB6DC0}" sibTransId="{B84B1BAE-43AF-414A-A435-758DF7DD1AAC}"/>
    <dgm:cxn modelId="{771E4CFB-5AC5-CF48-8C31-399C9E586DF1}" type="presOf" srcId="{ECA73FB0-C3DC-474D-9A24-7BD9756FC700}" destId="{53F363CC-6939-CF41-94A8-20F8BCA9E481}" srcOrd="0" destOrd="0" presId="urn:microsoft.com/office/officeart/2008/layout/LinedList"/>
    <dgm:cxn modelId="{071A248E-926C-F843-ADF0-CB67B38D0B1C}" type="presParOf" srcId="{3F876E0C-9049-344F-ABFE-2FC83A53117D}" destId="{1BC35AF4-5BE6-4241-8802-BD53EE1FFE88}" srcOrd="0" destOrd="0" presId="urn:microsoft.com/office/officeart/2008/layout/LinedList"/>
    <dgm:cxn modelId="{A5E47820-DA3F-2F4F-8905-A358D1F0B307}" type="presParOf" srcId="{3F876E0C-9049-344F-ABFE-2FC83A53117D}" destId="{4DB7F1FE-8C1E-CB40-BF7A-CD405050CB5E}" srcOrd="1" destOrd="0" presId="urn:microsoft.com/office/officeart/2008/layout/LinedList"/>
    <dgm:cxn modelId="{7FD27E3B-4982-984D-9D0F-038FB5771D5B}" type="presParOf" srcId="{4DB7F1FE-8C1E-CB40-BF7A-CD405050CB5E}" destId="{DE3BA02D-259A-064B-978D-23C2521FDC82}" srcOrd="0" destOrd="0" presId="urn:microsoft.com/office/officeart/2008/layout/LinedList"/>
    <dgm:cxn modelId="{C0956732-A4E4-EC45-A8E5-48A4FBB14C41}" type="presParOf" srcId="{4DB7F1FE-8C1E-CB40-BF7A-CD405050CB5E}" destId="{8EB6DA02-3CCF-D14E-B006-D4A28A29C423}" srcOrd="1" destOrd="0" presId="urn:microsoft.com/office/officeart/2008/layout/LinedList"/>
    <dgm:cxn modelId="{BC808587-D797-8A4E-B263-A4B70E69D21C}" type="presParOf" srcId="{3F876E0C-9049-344F-ABFE-2FC83A53117D}" destId="{5E121164-5F9F-2543-836E-C8538339295D}" srcOrd="2" destOrd="0" presId="urn:microsoft.com/office/officeart/2008/layout/LinedList"/>
    <dgm:cxn modelId="{7F483C32-CBDA-3045-9ECB-62DBEC463912}" type="presParOf" srcId="{3F876E0C-9049-344F-ABFE-2FC83A53117D}" destId="{AF19372A-4A94-7E46-B0AA-9DA07F76D391}" srcOrd="3" destOrd="0" presId="urn:microsoft.com/office/officeart/2008/layout/LinedList"/>
    <dgm:cxn modelId="{4AAD24BF-8801-B74D-8474-383D543CE2EC}" type="presParOf" srcId="{AF19372A-4A94-7E46-B0AA-9DA07F76D391}" destId="{34530BED-9E79-9F4B-8660-D562EBA4DE52}" srcOrd="0" destOrd="0" presId="urn:microsoft.com/office/officeart/2008/layout/LinedList"/>
    <dgm:cxn modelId="{DDEA30D9-781A-CE46-B7CF-C212A4A805FE}" type="presParOf" srcId="{AF19372A-4A94-7E46-B0AA-9DA07F76D391}" destId="{341BF81C-507A-964C-A8FF-49C1B63EE333}" srcOrd="1" destOrd="0" presId="urn:microsoft.com/office/officeart/2008/layout/LinedList"/>
    <dgm:cxn modelId="{109D0C71-1F50-0A40-A84E-0DAEA4552AF6}" type="presParOf" srcId="{3F876E0C-9049-344F-ABFE-2FC83A53117D}" destId="{7EE4F0BB-5540-9C4D-8339-A3A49CDAFE28}" srcOrd="4" destOrd="0" presId="urn:microsoft.com/office/officeart/2008/layout/LinedList"/>
    <dgm:cxn modelId="{1CA43C88-25C3-F54D-BBE9-2B713AEFAFF0}" type="presParOf" srcId="{3F876E0C-9049-344F-ABFE-2FC83A53117D}" destId="{664BF8B6-DBD9-3042-9863-868E319EAFD4}" srcOrd="5" destOrd="0" presId="urn:microsoft.com/office/officeart/2008/layout/LinedList"/>
    <dgm:cxn modelId="{49AA0A69-26B8-7548-A936-F8CBDA8AF35B}" type="presParOf" srcId="{664BF8B6-DBD9-3042-9863-868E319EAFD4}" destId="{53F363CC-6939-CF41-94A8-20F8BCA9E481}" srcOrd="0" destOrd="0" presId="urn:microsoft.com/office/officeart/2008/layout/LinedList"/>
    <dgm:cxn modelId="{235F52A3-2AEF-6D46-9F1E-CB2716B01AE1}" type="presParOf" srcId="{664BF8B6-DBD9-3042-9863-868E319EAFD4}" destId="{C9425BC1-39B8-484E-B58E-9F35992D9C1F}" srcOrd="1" destOrd="0" presId="urn:microsoft.com/office/officeart/2008/layout/LinedList"/>
    <dgm:cxn modelId="{87B81FA5-EE69-7649-BC05-8241ECB484E5}" type="presParOf" srcId="{3F876E0C-9049-344F-ABFE-2FC83A53117D}" destId="{49B6A915-664F-C242-B372-A41104E83543}" srcOrd="6" destOrd="0" presId="urn:microsoft.com/office/officeart/2008/layout/LinedList"/>
    <dgm:cxn modelId="{2C00E326-C55E-E74A-9504-37B7FFA3302A}" type="presParOf" srcId="{3F876E0C-9049-344F-ABFE-2FC83A53117D}" destId="{DB6D1295-6810-5743-9659-0A15D21EC7A2}" srcOrd="7" destOrd="0" presId="urn:microsoft.com/office/officeart/2008/layout/LinedList"/>
    <dgm:cxn modelId="{FE56B9B3-5E73-D14B-A92E-536D693ED5CE}" type="presParOf" srcId="{DB6D1295-6810-5743-9659-0A15D21EC7A2}" destId="{3A829EC7-B07B-DF45-9B12-3C70E41995E1}" srcOrd="0" destOrd="0" presId="urn:microsoft.com/office/officeart/2008/layout/LinedList"/>
    <dgm:cxn modelId="{C547DFCF-2D08-A947-A2DA-6EF1F0093C06}" type="presParOf" srcId="{DB6D1295-6810-5743-9659-0A15D21EC7A2}" destId="{D1934EB3-4E66-2F40-8A6B-1EEBF1E80D0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502F116-6619-42A5-8F37-1BBAEA8F63D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5D6C6FF-03CA-413F-9978-DB53B96FDC3B}">
      <dgm:prSet/>
      <dgm:spPr/>
      <dgm:t>
        <a:bodyPr/>
        <a:lstStyle/>
        <a:p>
          <a:r>
            <a:rPr lang="en-GB"/>
            <a:t>The system meets project requirements</a:t>
          </a:r>
          <a:endParaRPr lang="en-US"/>
        </a:p>
      </dgm:t>
    </dgm:pt>
    <dgm:pt modelId="{CB17B15F-12EC-4255-AE08-A16D4C272C6A}" type="parTrans" cxnId="{915EC280-DB94-469D-9DD0-959CF1C83413}">
      <dgm:prSet/>
      <dgm:spPr/>
      <dgm:t>
        <a:bodyPr/>
        <a:lstStyle/>
        <a:p>
          <a:endParaRPr lang="en-US"/>
        </a:p>
      </dgm:t>
    </dgm:pt>
    <dgm:pt modelId="{914A4083-1A7B-4D80-AAEA-EB497FED0E32}" type="sibTrans" cxnId="{915EC280-DB94-469D-9DD0-959CF1C83413}">
      <dgm:prSet/>
      <dgm:spPr/>
      <dgm:t>
        <a:bodyPr/>
        <a:lstStyle/>
        <a:p>
          <a:endParaRPr lang="en-US"/>
        </a:p>
      </dgm:t>
    </dgm:pt>
    <dgm:pt modelId="{31DA1E7C-ECB9-4CAE-9624-D61A32B4A40E}">
      <dgm:prSet/>
      <dgm:spPr/>
      <dgm:t>
        <a:bodyPr/>
        <a:lstStyle/>
        <a:p>
          <a:r>
            <a:rPr lang="en-GB"/>
            <a:t>Data is stored and retrieved correctly</a:t>
          </a:r>
          <a:endParaRPr lang="en-US"/>
        </a:p>
      </dgm:t>
    </dgm:pt>
    <dgm:pt modelId="{D72219E6-E33D-4AB3-81E6-6BC944D24799}" type="parTrans" cxnId="{C124EAB5-3B72-4F1F-9CC1-11A618881B29}">
      <dgm:prSet/>
      <dgm:spPr/>
      <dgm:t>
        <a:bodyPr/>
        <a:lstStyle/>
        <a:p>
          <a:endParaRPr lang="en-US"/>
        </a:p>
      </dgm:t>
    </dgm:pt>
    <dgm:pt modelId="{EAA4640A-6E21-4153-B45E-6BE191ED0517}" type="sibTrans" cxnId="{C124EAB5-3B72-4F1F-9CC1-11A618881B29}">
      <dgm:prSet/>
      <dgm:spPr/>
      <dgm:t>
        <a:bodyPr/>
        <a:lstStyle/>
        <a:p>
          <a:endParaRPr lang="en-US"/>
        </a:p>
      </dgm:t>
    </dgm:pt>
    <dgm:pt modelId="{2023C278-ECFA-44CE-9FEE-1096DA95D66E}">
      <dgm:prSet/>
      <dgm:spPr/>
      <dgm:t>
        <a:bodyPr/>
        <a:lstStyle/>
        <a:p>
          <a:r>
            <a:rPr lang="en-GB"/>
            <a:t>The GUI is simple and user-friendly</a:t>
          </a:r>
          <a:endParaRPr lang="en-US"/>
        </a:p>
      </dgm:t>
    </dgm:pt>
    <dgm:pt modelId="{8C4FC769-6CAF-4F4A-949F-A5776097F0A0}" type="parTrans" cxnId="{19B3CF92-73C2-4A94-BE14-3EE7ADCCBE02}">
      <dgm:prSet/>
      <dgm:spPr/>
      <dgm:t>
        <a:bodyPr/>
        <a:lstStyle/>
        <a:p>
          <a:endParaRPr lang="en-US"/>
        </a:p>
      </dgm:t>
    </dgm:pt>
    <dgm:pt modelId="{90EC67F7-2537-4CB5-8B6B-16D5BFA03A63}" type="sibTrans" cxnId="{19B3CF92-73C2-4A94-BE14-3EE7ADCCBE02}">
      <dgm:prSet/>
      <dgm:spPr/>
      <dgm:t>
        <a:bodyPr/>
        <a:lstStyle/>
        <a:p>
          <a:endParaRPr lang="en-US"/>
        </a:p>
      </dgm:t>
    </dgm:pt>
    <dgm:pt modelId="{4173C5BE-5A66-432B-BBFD-34CDF88428F5}">
      <dgm:prSet/>
      <dgm:spPr/>
      <dgm:t>
        <a:bodyPr/>
        <a:lstStyle/>
        <a:p>
          <a:r>
            <a:rPr lang="en-GB"/>
            <a:t>The project demonstrates good OOP design</a:t>
          </a:r>
          <a:endParaRPr lang="en-US"/>
        </a:p>
      </dgm:t>
    </dgm:pt>
    <dgm:pt modelId="{BB35771F-7416-4EBB-B767-D713648B343F}" type="parTrans" cxnId="{6E38693F-1B5C-4599-B659-8AD5DD06254C}">
      <dgm:prSet/>
      <dgm:spPr/>
      <dgm:t>
        <a:bodyPr/>
        <a:lstStyle/>
        <a:p>
          <a:endParaRPr lang="en-US"/>
        </a:p>
      </dgm:t>
    </dgm:pt>
    <dgm:pt modelId="{E90442ED-0BBA-464D-A7D5-9A30C0D7E0C4}" type="sibTrans" cxnId="{6E38693F-1B5C-4599-B659-8AD5DD06254C}">
      <dgm:prSet/>
      <dgm:spPr/>
      <dgm:t>
        <a:bodyPr/>
        <a:lstStyle/>
        <a:p>
          <a:endParaRPr lang="en-US"/>
        </a:p>
      </dgm:t>
    </dgm:pt>
    <dgm:pt modelId="{28453321-C823-A54F-831D-52510DA0E3BD}" type="pres">
      <dgm:prSet presAssocID="{7502F116-6619-42A5-8F37-1BBAEA8F63D9}" presName="vert0" presStyleCnt="0">
        <dgm:presLayoutVars>
          <dgm:dir/>
          <dgm:animOne val="branch"/>
          <dgm:animLvl val="lvl"/>
        </dgm:presLayoutVars>
      </dgm:prSet>
      <dgm:spPr/>
    </dgm:pt>
    <dgm:pt modelId="{D1BF0A37-8B61-5646-BFDF-2AF54CE4AB01}" type="pres">
      <dgm:prSet presAssocID="{65D6C6FF-03CA-413F-9978-DB53B96FDC3B}" presName="thickLine" presStyleLbl="alignNode1" presStyleIdx="0" presStyleCnt="4"/>
      <dgm:spPr/>
    </dgm:pt>
    <dgm:pt modelId="{3C14CFDD-B6E2-4741-AF9A-8F220629F35B}" type="pres">
      <dgm:prSet presAssocID="{65D6C6FF-03CA-413F-9978-DB53B96FDC3B}" presName="horz1" presStyleCnt="0"/>
      <dgm:spPr/>
    </dgm:pt>
    <dgm:pt modelId="{DB54E707-4B49-C846-B07D-A29180FE385B}" type="pres">
      <dgm:prSet presAssocID="{65D6C6FF-03CA-413F-9978-DB53B96FDC3B}" presName="tx1" presStyleLbl="revTx" presStyleIdx="0" presStyleCnt="4"/>
      <dgm:spPr/>
    </dgm:pt>
    <dgm:pt modelId="{C66D6D82-A60E-8243-820C-A26314F44887}" type="pres">
      <dgm:prSet presAssocID="{65D6C6FF-03CA-413F-9978-DB53B96FDC3B}" presName="vert1" presStyleCnt="0"/>
      <dgm:spPr/>
    </dgm:pt>
    <dgm:pt modelId="{3CCEB05A-E7AF-C843-96C2-A78E6A123104}" type="pres">
      <dgm:prSet presAssocID="{31DA1E7C-ECB9-4CAE-9624-D61A32B4A40E}" presName="thickLine" presStyleLbl="alignNode1" presStyleIdx="1" presStyleCnt="4"/>
      <dgm:spPr/>
    </dgm:pt>
    <dgm:pt modelId="{1B14389B-D4E9-B945-92B3-80D158E09DC0}" type="pres">
      <dgm:prSet presAssocID="{31DA1E7C-ECB9-4CAE-9624-D61A32B4A40E}" presName="horz1" presStyleCnt="0"/>
      <dgm:spPr/>
    </dgm:pt>
    <dgm:pt modelId="{1C86F8AD-6D1B-414C-9ADA-6ECF80BC1765}" type="pres">
      <dgm:prSet presAssocID="{31DA1E7C-ECB9-4CAE-9624-D61A32B4A40E}" presName="tx1" presStyleLbl="revTx" presStyleIdx="1" presStyleCnt="4"/>
      <dgm:spPr/>
    </dgm:pt>
    <dgm:pt modelId="{8E951CDC-D84C-D34B-AB32-C9DF6B52B8B1}" type="pres">
      <dgm:prSet presAssocID="{31DA1E7C-ECB9-4CAE-9624-D61A32B4A40E}" presName="vert1" presStyleCnt="0"/>
      <dgm:spPr/>
    </dgm:pt>
    <dgm:pt modelId="{A2E19063-2598-9943-B138-DC7860B4D53D}" type="pres">
      <dgm:prSet presAssocID="{2023C278-ECFA-44CE-9FEE-1096DA95D66E}" presName="thickLine" presStyleLbl="alignNode1" presStyleIdx="2" presStyleCnt="4"/>
      <dgm:spPr/>
    </dgm:pt>
    <dgm:pt modelId="{B89E109A-D74E-A945-A4BE-264109F5D075}" type="pres">
      <dgm:prSet presAssocID="{2023C278-ECFA-44CE-9FEE-1096DA95D66E}" presName="horz1" presStyleCnt="0"/>
      <dgm:spPr/>
    </dgm:pt>
    <dgm:pt modelId="{DD04EB14-F047-A547-B64C-A91C4358FCEA}" type="pres">
      <dgm:prSet presAssocID="{2023C278-ECFA-44CE-9FEE-1096DA95D66E}" presName="tx1" presStyleLbl="revTx" presStyleIdx="2" presStyleCnt="4"/>
      <dgm:spPr/>
    </dgm:pt>
    <dgm:pt modelId="{CC4B9968-8CE1-664A-B07F-A6174E54EB89}" type="pres">
      <dgm:prSet presAssocID="{2023C278-ECFA-44CE-9FEE-1096DA95D66E}" presName="vert1" presStyleCnt="0"/>
      <dgm:spPr/>
    </dgm:pt>
    <dgm:pt modelId="{1C41175F-5EFC-D649-95AE-2731D8C15FD3}" type="pres">
      <dgm:prSet presAssocID="{4173C5BE-5A66-432B-BBFD-34CDF88428F5}" presName="thickLine" presStyleLbl="alignNode1" presStyleIdx="3" presStyleCnt="4"/>
      <dgm:spPr/>
    </dgm:pt>
    <dgm:pt modelId="{D79EF116-9DC2-0042-9E26-0B0B542BAED0}" type="pres">
      <dgm:prSet presAssocID="{4173C5BE-5A66-432B-BBFD-34CDF88428F5}" presName="horz1" presStyleCnt="0"/>
      <dgm:spPr/>
    </dgm:pt>
    <dgm:pt modelId="{7226526E-BD28-9449-9301-19A9B200121C}" type="pres">
      <dgm:prSet presAssocID="{4173C5BE-5A66-432B-BBFD-34CDF88428F5}" presName="tx1" presStyleLbl="revTx" presStyleIdx="3" presStyleCnt="4"/>
      <dgm:spPr/>
    </dgm:pt>
    <dgm:pt modelId="{D64BA5CF-44DD-F44A-873C-CD67E3882ADB}" type="pres">
      <dgm:prSet presAssocID="{4173C5BE-5A66-432B-BBFD-34CDF88428F5}" presName="vert1" presStyleCnt="0"/>
      <dgm:spPr/>
    </dgm:pt>
  </dgm:ptLst>
  <dgm:cxnLst>
    <dgm:cxn modelId="{89EC3227-888D-0749-AA7E-3D724DB9A5CA}" type="presOf" srcId="{31DA1E7C-ECB9-4CAE-9624-D61A32B4A40E}" destId="{1C86F8AD-6D1B-414C-9ADA-6ECF80BC1765}" srcOrd="0" destOrd="0" presId="urn:microsoft.com/office/officeart/2008/layout/LinedList"/>
    <dgm:cxn modelId="{6305812E-C995-9645-85BB-C51CAAD56437}" type="presOf" srcId="{2023C278-ECFA-44CE-9FEE-1096DA95D66E}" destId="{DD04EB14-F047-A547-B64C-A91C4358FCEA}" srcOrd="0" destOrd="0" presId="urn:microsoft.com/office/officeart/2008/layout/LinedList"/>
    <dgm:cxn modelId="{6E38693F-1B5C-4599-B659-8AD5DD06254C}" srcId="{7502F116-6619-42A5-8F37-1BBAEA8F63D9}" destId="{4173C5BE-5A66-432B-BBFD-34CDF88428F5}" srcOrd="3" destOrd="0" parTransId="{BB35771F-7416-4EBB-B767-D713648B343F}" sibTransId="{E90442ED-0BBA-464D-A7D5-9A30C0D7E0C4}"/>
    <dgm:cxn modelId="{B1787348-46A0-1941-B942-15919ADC7E01}" type="presOf" srcId="{65D6C6FF-03CA-413F-9978-DB53B96FDC3B}" destId="{DB54E707-4B49-C846-B07D-A29180FE385B}" srcOrd="0" destOrd="0" presId="urn:microsoft.com/office/officeart/2008/layout/LinedList"/>
    <dgm:cxn modelId="{4CD82A57-4F3A-7D46-B912-EB8977ACEE72}" type="presOf" srcId="{4173C5BE-5A66-432B-BBFD-34CDF88428F5}" destId="{7226526E-BD28-9449-9301-19A9B200121C}" srcOrd="0" destOrd="0" presId="urn:microsoft.com/office/officeart/2008/layout/LinedList"/>
    <dgm:cxn modelId="{915EC280-DB94-469D-9DD0-959CF1C83413}" srcId="{7502F116-6619-42A5-8F37-1BBAEA8F63D9}" destId="{65D6C6FF-03CA-413F-9978-DB53B96FDC3B}" srcOrd="0" destOrd="0" parTransId="{CB17B15F-12EC-4255-AE08-A16D4C272C6A}" sibTransId="{914A4083-1A7B-4D80-AAEA-EB497FED0E32}"/>
    <dgm:cxn modelId="{19B3CF92-73C2-4A94-BE14-3EE7ADCCBE02}" srcId="{7502F116-6619-42A5-8F37-1BBAEA8F63D9}" destId="{2023C278-ECFA-44CE-9FEE-1096DA95D66E}" srcOrd="2" destOrd="0" parTransId="{8C4FC769-6CAF-4F4A-949F-A5776097F0A0}" sibTransId="{90EC67F7-2537-4CB5-8B6B-16D5BFA03A63}"/>
    <dgm:cxn modelId="{C124EAB5-3B72-4F1F-9CC1-11A618881B29}" srcId="{7502F116-6619-42A5-8F37-1BBAEA8F63D9}" destId="{31DA1E7C-ECB9-4CAE-9624-D61A32B4A40E}" srcOrd="1" destOrd="0" parTransId="{D72219E6-E33D-4AB3-81E6-6BC944D24799}" sibTransId="{EAA4640A-6E21-4153-B45E-6BE191ED0517}"/>
    <dgm:cxn modelId="{E262A4D7-382A-0840-BD3D-FFE94E8B0C4C}" type="presOf" srcId="{7502F116-6619-42A5-8F37-1BBAEA8F63D9}" destId="{28453321-C823-A54F-831D-52510DA0E3BD}" srcOrd="0" destOrd="0" presId="urn:microsoft.com/office/officeart/2008/layout/LinedList"/>
    <dgm:cxn modelId="{CF3A578F-1F59-6940-BF0B-A5389D75D6B7}" type="presParOf" srcId="{28453321-C823-A54F-831D-52510DA0E3BD}" destId="{D1BF0A37-8B61-5646-BFDF-2AF54CE4AB01}" srcOrd="0" destOrd="0" presId="urn:microsoft.com/office/officeart/2008/layout/LinedList"/>
    <dgm:cxn modelId="{1239542F-43D0-D142-ADF9-D63A43D88004}" type="presParOf" srcId="{28453321-C823-A54F-831D-52510DA0E3BD}" destId="{3C14CFDD-B6E2-4741-AF9A-8F220629F35B}" srcOrd="1" destOrd="0" presId="urn:microsoft.com/office/officeart/2008/layout/LinedList"/>
    <dgm:cxn modelId="{7D90F368-91C8-1640-8002-A2DF6912BC40}" type="presParOf" srcId="{3C14CFDD-B6E2-4741-AF9A-8F220629F35B}" destId="{DB54E707-4B49-C846-B07D-A29180FE385B}" srcOrd="0" destOrd="0" presId="urn:microsoft.com/office/officeart/2008/layout/LinedList"/>
    <dgm:cxn modelId="{1A22948E-3AB9-3744-B230-6CC3B3974561}" type="presParOf" srcId="{3C14CFDD-B6E2-4741-AF9A-8F220629F35B}" destId="{C66D6D82-A60E-8243-820C-A26314F44887}" srcOrd="1" destOrd="0" presId="urn:microsoft.com/office/officeart/2008/layout/LinedList"/>
    <dgm:cxn modelId="{145C6FEA-705E-164F-9F58-AF150D61D54D}" type="presParOf" srcId="{28453321-C823-A54F-831D-52510DA0E3BD}" destId="{3CCEB05A-E7AF-C843-96C2-A78E6A123104}" srcOrd="2" destOrd="0" presId="urn:microsoft.com/office/officeart/2008/layout/LinedList"/>
    <dgm:cxn modelId="{7C8EA766-D154-0349-A8B0-BEEEFDC65EDE}" type="presParOf" srcId="{28453321-C823-A54F-831D-52510DA0E3BD}" destId="{1B14389B-D4E9-B945-92B3-80D158E09DC0}" srcOrd="3" destOrd="0" presId="urn:microsoft.com/office/officeart/2008/layout/LinedList"/>
    <dgm:cxn modelId="{1D46A7A3-EDD4-CA41-A877-98D1534FB6DB}" type="presParOf" srcId="{1B14389B-D4E9-B945-92B3-80D158E09DC0}" destId="{1C86F8AD-6D1B-414C-9ADA-6ECF80BC1765}" srcOrd="0" destOrd="0" presId="urn:microsoft.com/office/officeart/2008/layout/LinedList"/>
    <dgm:cxn modelId="{580A650B-25C3-9D45-82A8-53D4D892F710}" type="presParOf" srcId="{1B14389B-D4E9-B945-92B3-80D158E09DC0}" destId="{8E951CDC-D84C-D34B-AB32-C9DF6B52B8B1}" srcOrd="1" destOrd="0" presId="urn:microsoft.com/office/officeart/2008/layout/LinedList"/>
    <dgm:cxn modelId="{732FA5C4-2C14-1342-88EF-50A0DB990897}" type="presParOf" srcId="{28453321-C823-A54F-831D-52510DA0E3BD}" destId="{A2E19063-2598-9943-B138-DC7860B4D53D}" srcOrd="4" destOrd="0" presId="urn:microsoft.com/office/officeart/2008/layout/LinedList"/>
    <dgm:cxn modelId="{21DBDBF7-3F66-ED4F-BC54-95B1F4C3FA0C}" type="presParOf" srcId="{28453321-C823-A54F-831D-52510DA0E3BD}" destId="{B89E109A-D74E-A945-A4BE-264109F5D075}" srcOrd="5" destOrd="0" presId="urn:microsoft.com/office/officeart/2008/layout/LinedList"/>
    <dgm:cxn modelId="{F6104334-4443-9241-931D-46676E5294E7}" type="presParOf" srcId="{B89E109A-D74E-A945-A4BE-264109F5D075}" destId="{DD04EB14-F047-A547-B64C-A91C4358FCEA}" srcOrd="0" destOrd="0" presId="urn:microsoft.com/office/officeart/2008/layout/LinedList"/>
    <dgm:cxn modelId="{C2456D26-7EA0-F842-A129-A5F9C6CCD2DB}" type="presParOf" srcId="{B89E109A-D74E-A945-A4BE-264109F5D075}" destId="{CC4B9968-8CE1-664A-B07F-A6174E54EB89}" srcOrd="1" destOrd="0" presId="urn:microsoft.com/office/officeart/2008/layout/LinedList"/>
    <dgm:cxn modelId="{CBBD7488-910A-E34F-9C62-AD47D09BEF32}" type="presParOf" srcId="{28453321-C823-A54F-831D-52510DA0E3BD}" destId="{1C41175F-5EFC-D649-95AE-2731D8C15FD3}" srcOrd="6" destOrd="0" presId="urn:microsoft.com/office/officeart/2008/layout/LinedList"/>
    <dgm:cxn modelId="{1937B9CB-899E-1540-A815-88667AA876A2}" type="presParOf" srcId="{28453321-C823-A54F-831D-52510DA0E3BD}" destId="{D79EF116-9DC2-0042-9E26-0B0B542BAED0}" srcOrd="7" destOrd="0" presId="urn:microsoft.com/office/officeart/2008/layout/LinedList"/>
    <dgm:cxn modelId="{201CC689-CADC-2A43-A4FB-B4713298EC97}" type="presParOf" srcId="{D79EF116-9DC2-0042-9E26-0B0B542BAED0}" destId="{7226526E-BD28-9449-9301-19A9B200121C}" srcOrd="0" destOrd="0" presId="urn:microsoft.com/office/officeart/2008/layout/LinedList"/>
    <dgm:cxn modelId="{9A17B287-B675-004A-A73F-318C84994409}" type="presParOf" srcId="{D79EF116-9DC2-0042-9E26-0B0B542BAED0}" destId="{D64BA5CF-44DD-F44A-873C-CD67E3882AD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2CAF4-0779-4E4F-87DA-312E131114FD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86B2EE-62EB-3B41-8A84-291C68F4CBE4}">
      <dsp:nvSpPr>
        <dsp:cNvPr id="0" name=""/>
        <dsp:cNvSpPr/>
      </dsp:nvSpPr>
      <dsp:spPr>
        <a:xfrm>
          <a:off x="0" y="2703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Demonstration of the Project</a:t>
          </a:r>
        </a:p>
      </dsp:txBody>
      <dsp:txXfrm>
        <a:off x="0" y="2703"/>
        <a:ext cx="6900512" cy="460894"/>
      </dsp:txXfrm>
    </dsp:sp>
    <dsp:sp modelId="{90C88376-2E42-5841-B147-23224FF66643}">
      <dsp:nvSpPr>
        <dsp:cNvPr id="0" name=""/>
        <dsp:cNvSpPr/>
      </dsp:nvSpPr>
      <dsp:spPr>
        <a:xfrm>
          <a:off x="0" y="463597"/>
          <a:ext cx="6900512" cy="0"/>
        </a:xfrm>
        <a:prstGeom prst="line">
          <a:avLst/>
        </a:prstGeom>
        <a:solidFill>
          <a:schemeClr val="accent2">
            <a:hueOff val="585783"/>
            <a:satOff val="-1681"/>
            <a:lumOff val="-2692"/>
            <a:alphaOff val="0"/>
          </a:schemeClr>
        </a:solidFill>
        <a:ln w="19050" cap="flat" cmpd="sng" algn="ctr">
          <a:solidFill>
            <a:schemeClr val="accent2">
              <a:hueOff val="585783"/>
              <a:satOff val="-1681"/>
              <a:lumOff val="-26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C0371F-CBDB-2F46-8936-F4C3AFE1026F}">
      <dsp:nvSpPr>
        <dsp:cNvPr id="0" name=""/>
        <dsp:cNvSpPr/>
      </dsp:nvSpPr>
      <dsp:spPr>
        <a:xfrm>
          <a:off x="0" y="463597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key features and functionalities of the system</a:t>
          </a:r>
        </a:p>
      </dsp:txBody>
      <dsp:txXfrm>
        <a:off x="0" y="463597"/>
        <a:ext cx="6900512" cy="460894"/>
      </dsp:txXfrm>
    </dsp:sp>
    <dsp:sp modelId="{2B88D07F-9137-0149-8995-95896B861F00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2">
            <a:hueOff val="1171566"/>
            <a:satOff val="-3362"/>
            <a:lumOff val="-5383"/>
            <a:alphaOff val="0"/>
          </a:schemeClr>
        </a:solidFill>
        <a:ln w="19050" cap="flat" cmpd="sng" algn="ctr">
          <a:solidFill>
            <a:schemeClr val="accent2">
              <a:hueOff val="1171566"/>
              <a:satOff val="-3362"/>
              <a:lumOff val="-53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12009E-3C4A-C14A-B2E9-5D0FD6A09A75}">
      <dsp:nvSpPr>
        <dsp:cNvPr id="0" name=""/>
        <dsp:cNvSpPr/>
      </dsp:nvSpPr>
      <dsp:spPr>
        <a:xfrm>
          <a:off x="0" y="924492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OOP concepts relevant to this Project</a:t>
          </a:r>
        </a:p>
      </dsp:txBody>
      <dsp:txXfrm>
        <a:off x="0" y="924492"/>
        <a:ext cx="6900512" cy="460894"/>
      </dsp:txXfrm>
    </dsp:sp>
    <dsp:sp modelId="{DB95478C-21F3-9C4E-A918-7BE7574A87C8}">
      <dsp:nvSpPr>
        <dsp:cNvPr id="0" name=""/>
        <dsp:cNvSpPr/>
      </dsp:nvSpPr>
      <dsp:spPr>
        <a:xfrm>
          <a:off x="0" y="1385386"/>
          <a:ext cx="6900512" cy="0"/>
        </a:xfrm>
        <a:prstGeom prst="line">
          <a:avLst/>
        </a:prstGeom>
        <a:solidFill>
          <a:schemeClr val="accent2">
            <a:hueOff val="1757349"/>
            <a:satOff val="-5044"/>
            <a:lumOff val="-8075"/>
            <a:alphaOff val="0"/>
          </a:schemeClr>
        </a:solidFill>
        <a:ln w="19050" cap="flat" cmpd="sng" algn="ctr">
          <a:solidFill>
            <a:schemeClr val="accent2">
              <a:hueOff val="1757349"/>
              <a:satOff val="-5044"/>
              <a:lumOff val="-80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D785A-564C-434F-9A1F-2547B7A4A7B7}">
      <dsp:nvSpPr>
        <dsp:cNvPr id="0" name=""/>
        <dsp:cNvSpPr/>
      </dsp:nvSpPr>
      <dsp:spPr>
        <a:xfrm>
          <a:off x="0" y="1385386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Validate the requirements(inputs/outputs)</a:t>
          </a:r>
        </a:p>
      </dsp:txBody>
      <dsp:txXfrm>
        <a:off x="0" y="1385386"/>
        <a:ext cx="6900512" cy="460894"/>
      </dsp:txXfrm>
    </dsp:sp>
    <dsp:sp modelId="{6CF3AFC2-236D-6C45-8FE3-9083780352D8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2343132"/>
            <a:satOff val="-6725"/>
            <a:lumOff val="-10767"/>
            <a:alphaOff val="0"/>
          </a:schemeClr>
        </a:solidFill>
        <a:ln w="19050" cap="flat" cmpd="sng" algn="ctr">
          <a:solidFill>
            <a:schemeClr val="accent2">
              <a:hueOff val="2343132"/>
              <a:satOff val="-6725"/>
              <a:lumOff val="-107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48EE7-DF5B-9544-A4CF-E72BDE3ABF2A}">
      <dsp:nvSpPr>
        <dsp:cNvPr id="0" name=""/>
        <dsp:cNvSpPr/>
      </dsp:nvSpPr>
      <dsp:spPr>
        <a:xfrm>
          <a:off x="0" y="1846281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system structure</a:t>
          </a:r>
        </a:p>
      </dsp:txBody>
      <dsp:txXfrm>
        <a:off x="0" y="1846281"/>
        <a:ext cx="6900512" cy="460894"/>
      </dsp:txXfrm>
    </dsp:sp>
    <dsp:sp modelId="{EE5330D0-4432-4546-8ACD-FD8479A0BFAF}">
      <dsp:nvSpPr>
        <dsp:cNvPr id="0" name=""/>
        <dsp:cNvSpPr/>
      </dsp:nvSpPr>
      <dsp:spPr>
        <a:xfrm>
          <a:off x="0" y="2307175"/>
          <a:ext cx="6900512" cy="0"/>
        </a:xfrm>
        <a:prstGeom prst="line">
          <a:avLst/>
        </a:prstGeom>
        <a:solidFill>
          <a:schemeClr val="accent2">
            <a:hueOff val="2928915"/>
            <a:satOff val="-8406"/>
            <a:lumOff val="-13459"/>
            <a:alphaOff val="0"/>
          </a:schemeClr>
        </a:solidFill>
        <a:ln w="19050" cap="flat" cmpd="sng" algn="ctr">
          <a:solidFill>
            <a:schemeClr val="accent2">
              <a:hueOff val="2928915"/>
              <a:satOff val="-8406"/>
              <a:lumOff val="-134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246148-8406-2140-B350-534CA79A4650}">
      <dsp:nvSpPr>
        <dsp:cNvPr id="0" name=""/>
        <dsp:cNvSpPr/>
      </dsp:nvSpPr>
      <dsp:spPr>
        <a:xfrm>
          <a:off x="0" y="2307175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System behaviour</a:t>
          </a:r>
        </a:p>
      </dsp:txBody>
      <dsp:txXfrm>
        <a:off x="0" y="2307175"/>
        <a:ext cx="6900512" cy="460894"/>
      </dsp:txXfrm>
    </dsp:sp>
    <dsp:sp modelId="{BA17E72A-E401-6146-A8AD-52C855326A97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3514698"/>
            <a:satOff val="-10087"/>
            <a:lumOff val="-16150"/>
            <a:alphaOff val="0"/>
          </a:schemeClr>
        </a:solidFill>
        <a:ln w="19050" cap="flat" cmpd="sng" algn="ctr">
          <a:solidFill>
            <a:schemeClr val="accent2">
              <a:hueOff val="3514698"/>
              <a:satOff val="-10087"/>
              <a:lumOff val="-1615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7163A-635F-A743-B1FA-47270E0665A8}">
      <dsp:nvSpPr>
        <dsp:cNvPr id="0" name=""/>
        <dsp:cNvSpPr/>
      </dsp:nvSpPr>
      <dsp:spPr>
        <a:xfrm>
          <a:off x="0" y="2768070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System interactions</a:t>
          </a:r>
        </a:p>
      </dsp:txBody>
      <dsp:txXfrm>
        <a:off x="0" y="2768070"/>
        <a:ext cx="6900512" cy="460894"/>
      </dsp:txXfrm>
    </dsp:sp>
    <dsp:sp modelId="{9D7F82A4-6FE3-1645-856E-7A242DAB6A8A}">
      <dsp:nvSpPr>
        <dsp:cNvPr id="0" name=""/>
        <dsp:cNvSpPr/>
      </dsp:nvSpPr>
      <dsp:spPr>
        <a:xfrm>
          <a:off x="0" y="3228965"/>
          <a:ext cx="6900512" cy="0"/>
        </a:xfrm>
        <a:prstGeom prst="line">
          <a:avLst/>
        </a:prstGeom>
        <a:solidFill>
          <a:schemeClr val="accent2">
            <a:hueOff val="4100480"/>
            <a:satOff val="-11768"/>
            <a:lumOff val="-18842"/>
            <a:alphaOff val="0"/>
          </a:schemeClr>
        </a:solidFill>
        <a:ln w="19050" cap="flat" cmpd="sng" algn="ctr">
          <a:solidFill>
            <a:schemeClr val="accent2">
              <a:hueOff val="4100480"/>
              <a:satOff val="-11768"/>
              <a:lumOff val="-188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E65AF-1840-0047-A52F-75CA2CB07BD3}">
      <dsp:nvSpPr>
        <dsp:cNvPr id="0" name=""/>
        <dsp:cNvSpPr/>
      </dsp:nvSpPr>
      <dsp:spPr>
        <a:xfrm>
          <a:off x="0" y="3228965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Challenges/ Errors</a:t>
          </a:r>
        </a:p>
      </dsp:txBody>
      <dsp:txXfrm>
        <a:off x="0" y="3228965"/>
        <a:ext cx="6900512" cy="460894"/>
      </dsp:txXfrm>
    </dsp:sp>
    <dsp:sp modelId="{7F2FB1A9-50D6-D24D-9F75-AD75D904B29F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4686264"/>
            <a:satOff val="-13449"/>
            <a:lumOff val="-21534"/>
            <a:alphaOff val="0"/>
          </a:schemeClr>
        </a:solidFill>
        <a:ln w="19050" cap="flat" cmpd="sng" algn="ctr">
          <a:solidFill>
            <a:schemeClr val="accent2">
              <a:hueOff val="4686264"/>
              <a:satOff val="-13449"/>
              <a:lumOff val="-215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9A0E9-CE24-AC4D-9F87-1A47F5DDCCF8}">
      <dsp:nvSpPr>
        <dsp:cNvPr id="0" name=""/>
        <dsp:cNvSpPr/>
      </dsp:nvSpPr>
      <dsp:spPr>
        <a:xfrm>
          <a:off x="0" y="3689859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Solutions</a:t>
          </a:r>
        </a:p>
      </dsp:txBody>
      <dsp:txXfrm>
        <a:off x="0" y="3689859"/>
        <a:ext cx="6900512" cy="460894"/>
      </dsp:txXfrm>
    </dsp:sp>
    <dsp:sp modelId="{A0BF3CB8-0FDF-6849-A926-5F304CB911B8}">
      <dsp:nvSpPr>
        <dsp:cNvPr id="0" name=""/>
        <dsp:cNvSpPr/>
      </dsp:nvSpPr>
      <dsp:spPr>
        <a:xfrm>
          <a:off x="0" y="4150754"/>
          <a:ext cx="6900512" cy="0"/>
        </a:xfrm>
        <a:prstGeom prst="line">
          <a:avLst/>
        </a:prstGeom>
        <a:solidFill>
          <a:schemeClr val="accent2">
            <a:hueOff val="5272046"/>
            <a:satOff val="-15131"/>
            <a:lumOff val="-24226"/>
            <a:alphaOff val="0"/>
          </a:schemeClr>
        </a:solidFill>
        <a:ln w="19050" cap="flat" cmpd="sng" algn="ctr">
          <a:solidFill>
            <a:schemeClr val="accent2">
              <a:hueOff val="5272046"/>
              <a:satOff val="-15131"/>
              <a:lumOff val="-242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284240-E6A5-654F-B288-CA6DDC531BDA}">
      <dsp:nvSpPr>
        <dsp:cNvPr id="0" name=""/>
        <dsp:cNvSpPr/>
      </dsp:nvSpPr>
      <dsp:spPr>
        <a:xfrm>
          <a:off x="0" y="4150754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Personal Reflection</a:t>
          </a:r>
        </a:p>
      </dsp:txBody>
      <dsp:txXfrm>
        <a:off x="0" y="4150754"/>
        <a:ext cx="6900512" cy="460894"/>
      </dsp:txXfrm>
    </dsp:sp>
    <dsp:sp modelId="{D39AEE6A-1A8F-4A4F-83AC-18275142A39E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5857830"/>
            <a:satOff val="-16812"/>
            <a:lumOff val="-26917"/>
            <a:alphaOff val="0"/>
          </a:schemeClr>
        </a:solidFill>
        <a:ln w="19050" cap="flat" cmpd="sng" algn="ctr">
          <a:solidFill>
            <a:schemeClr val="accent2">
              <a:hueOff val="5857830"/>
              <a:satOff val="-16812"/>
              <a:lumOff val="-269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CEC401-B0D8-F541-992A-C47626F18E96}">
      <dsp:nvSpPr>
        <dsp:cNvPr id="0" name=""/>
        <dsp:cNvSpPr/>
      </dsp:nvSpPr>
      <dsp:spPr>
        <a:xfrm>
          <a:off x="0" y="4611648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Q/A</a:t>
          </a:r>
        </a:p>
      </dsp:txBody>
      <dsp:txXfrm>
        <a:off x="0" y="4611648"/>
        <a:ext cx="6900512" cy="460894"/>
      </dsp:txXfrm>
    </dsp:sp>
    <dsp:sp modelId="{4AE36A04-8BFA-1047-89EE-AD48647CA7C6}">
      <dsp:nvSpPr>
        <dsp:cNvPr id="0" name=""/>
        <dsp:cNvSpPr/>
      </dsp:nvSpPr>
      <dsp:spPr>
        <a:xfrm>
          <a:off x="0" y="5072543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5AA57-553F-E941-AC76-38994CD5EF05}">
      <dsp:nvSpPr>
        <dsp:cNvPr id="0" name=""/>
        <dsp:cNvSpPr/>
      </dsp:nvSpPr>
      <dsp:spPr>
        <a:xfrm>
          <a:off x="0" y="5072543"/>
          <a:ext cx="6900512" cy="4608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References</a:t>
          </a:r>
        </a:p>
      </dsp:txBody>
      <dsp:txXfrm>
        <a:off x="0" y="5072543"/>
        <a:ext cx="6900512" cy="4608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25039-BAEC-E44F-881C-0E0E2BFB5F19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F6D8D-153F-D14C-83AF-B01953044B5A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 simplify student enrollment management</a:t>
          </a:r>
        </a:p>
      </dsp:txBody>
      <dsp:txXfrm>
        <a:off x="299702" y="1282093"/>
        <a:ext cx="2200851" cy="1366505"/>
      </dsp:txXfrm>
    </dsp:sp>
    <dsp:sp modelId="{598223F4-B7C3-6F4E-8221-DACC14B29860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1B31A-267C-2644-AA89-5084538715CB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 reduce manual record keeping</a:t>
          </a:r>
        </a:p>
      </dsp:txBody>
      <dsp:txXfrm>
        <a:off x="3093555" y="1282093"/>
        <a:ext cx="2200851" cy="1366505"/>
      </dsp:txXfrm>
    </dsp:sp>
    <dsp:sp modelId="{97349163-1FFC-9243-92E5-B2D48AAA5D44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7C978-C708-3044-B23F-4EDB9392E810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 store and retrieve data from a database</a:t>
          </a:r>
        </a:p>
      </dsp:txBody>
      <dsp:txXfrm>
        <a:off x="5887408" y="1282093"/>
        <a:ext cx="2200851" cy="1366505"/>
      </dsp:txXfrm>
    </dsp:sp>
    <dsp:sp modelId="{1509ED8A-37DC-E249-AFB0-CFE8D3F9072B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6B4ED-F31B-394B-B26E-0ECE3E666208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 provide an easy-to-use graphical interface</a:t>
          </a:r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B3085-3CF8-AD4D-BEE8-33ECE768CEB3}">
      <dsp:nvSpPr>
        <dsp:cNvPr id="0" name=""/>
        <dsp:cNvSpPr/>
      </dsp:nvSpPr>
      <dsp:spPr>
        <a:xfrm>
          <a:off x="0" y="4029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Add and manage students</a:t>
          </a:r>
        </a:p>
      </dsp:txBody>
      <dsp:txXfrm>
        <a:off x="0" y="40290"/>
        <a:ext cx="3286125" cy="1971675"/>
      </dsp:txXfrm>
    </dsp:sp>
    <dsp:sp modelId="{761D1DDA-F2E3-9A4C-9D77-A630A23BDFB5}">
      <dsp:nvSpPr>
        <dsp:cNvPr id="0" name=""/>
        <dsp:cNvSpPr/>
      </dsp:nvSpPr>
      <dsp:spPr>
        <a:xfrm>
          <a:off x="3614737" y="4029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Add and manage courses</a:t>
          </a:r>
        </a:p>
      </dsp:txBody>
      <dsp:txXfrm>
        <a:off x="3614737" y="40290"/>
        <a:ext cx="3286125" cy="1971675"/>
      </dsp:txXfrm>
    </dsp:sp>
    <dsp:sp modelId="{80EAED07-A5C8-574E-B594-AF933A71C92B}">
      <dsp:nvSpPr>
        <dsp:cNvPr id="0" name=""/>
        <dsp:cNvSpPr/>
      </dsp:nvSpPr>
      <dsp:spPr>
        <a:xfrm>
          <a:off x="7229475" y="40290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Enroll students into a course</a:t>
          </a:r>
        </a:p>
      </dsp:txBody>
      <dsp:txXfrm>
        <a:off x="7229475" y="40290"/>
        <a:ext cx="3286125" cy="1971675"/>
      </dsp:txXfrm>
    </dsp:sp>
    <dsp:sp modelId="{DC4E1CF4-272C-2F49-824B-F8F65BA2F089}">
      <dsp:nvSpPr>
        <dsp:cNvPr id="0" name=""/>
        <dsp:cNvSpPr/>
      </dsp:nvSpPr>
      <dsp:spPr>
        <a:xfrm>
          <a:off x="1807368" y="2340578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Records students grades</a:t>
          </a:r>
        </a:p>
      </dsp:txBody>
      <dsp:txXfrm>
        <a:off x="1807368" y="2340578"/>
        <a:ext cx="3286125" cy="1971675"/>
      </dsp:txXfrm>
    </dsp:sp>
    <dsp:sp modelId="{5095937D-F10E-2E4F-A9FD-96F68A7C559C}">
      <dsp:nvSpPr>
        <dsp:cNvPr id="0" name=""/>
        <dsp:cNvSpPr/>
      </dsp:nvSpPr>
      <dsp:spPr>
        <a:xfrm>
          <a:off x="5422106" y="2340578"/>
          <a:ext cx="3286125" cy="1971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View reports using table</a:t>
          </a:r>
        </a:p>
      </dsp:txBody>
      <dsp:txXfrm>
        <a:off x="5422106" y="2340578"/>
        <a:ext cx="3286125" cy="1971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75C87-16FC-B141-BC3D-959404E37332}">
      <dsp:nvSpPr>
        <dsp:cNvPr id="0" name=""/>
        <dsp:cNvSpPr/>
      </dsp:nvSpPr>
      <dsp:spPr>
        <a:xfrm>
          <a:off x="7438" y="870508"/>
          <a:ext cx="2544259" cy="7632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</a:t>
          </a:r>
        </a:p>
      </dsp:txBody>
      <dsp:txXfrm>
        <a:off x="7438" y="870508"/>
        <a:ext cx="2544259" cy="763277"/>
      </dsp:txXfrm>
    </dsp:sp>
    <dsp:sp modelId="{DC6A5D22-E7C6-E040-9E43-2566A8D694FD}">
      <dsp:nvSpPr>
        <dsp:cNvPr id="0" name=""/>
        <dsp:cNvSpPr/>
      </dsp:nvSpPr>
      <dsp:spPr>
        <a:xfrm>
          <a:off x="7438" y="1633786"/>
          <a:ext cx="2544259" cy="184824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Add student ID , name and age</a:t>
          </a:r>
        </a:p>
      </dsp:txBody>
      <dsp:txXfrm>
        <a:off x="7438" y="1633786"/>
        <a:ext cx="2544259" cy="1848248"/>
      </dsp:txXfrm>
    </dsp:sp>
    <dsp:sp modelId="{F8D06CDC-763C-7245-9151-5C6CC87447FA}">
      <dsp:nvSpPr>
        <dsp:cNvPr id="0" name=""/>
        <dsp:cNvSpPr/>
      </dsp:nvSpPr>
      <dsp:spPr>
        <a:xfrm>
          <a:off x="2659592" y="870508"/>
          <a:ext cx="2544259" cy="76327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Validate</a:t>
          </a:r>
        </a:p>
      </dsp:txBody>
      <dsp:txXfrm>
        <a:off x="2659592" y="870508"/>
        <a:ext cx="2544259" cy="763277"/>
      </dsp:txXfrm>
    </dsp:sp>
    <dsp:sp modelId="{1C1D1A59-8801-F345-B86B-F75A33D4E520}">
      <dsp:nvSpPr>
        <dsp:cNvPr id="0" name=""/>
        <dsp:cNvSpPr/>
      </dsp:nvSpPr>
      <dsp:spPr>
        <a:xfrm>
          <a:off x="2659592" y="1633786"/>
          <a:ext cx="2544259" cy="184824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Validate input before saving</a:t>
          </a:r>
        </a:p>
      </dsp:txBody>
      <dsp:txXfrm>
        <a:off x="2659592" y="1633786"/>
        <a:ext cx="2544259" cy="1848248"/>
      </dsp:txXfrm>
    </dsp:sp>
    <dsp:sp modelId="{528DC845-D230-AB4B-A786-A32044BF3684}">
      <dsp:nvSpPr>
        <dsp:cNvPr id="0" name=""/>
        <dsp:cNvSpPr/>
      </dsp:nvSpPr>
      <dsp:spPr>
        <a:xfrm>
          <a:off x="5311747" y="870508"/>
          <a:ext cx="2544259" cy="76327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Store</a:t>
          </a:r>
        </a:p>
      </dsp:txBody>
      <dsp:txXfrm>
        <a:off x="5311747" y="870508"/>
        <a:ext cx="2544259" cy="763277"/>
      </dsp:txXfrm>
    </dsp:sp>
    <dsp:sp modelId="{E89E01D5-97D0-E848-A858-6B29466AF337}">
      <dsp:nvSpPr>
        <dsp:cNvPr id="0" name=""/>
        <dsp:cNvSpPr/>
      </dsp:nvSpPr>
      <dsp:spPr>
        <a:xfrm>
          <a:off x="5311747" y="1633786"/>
          <a:ext cx="2544259" cy="184824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Store student data in MySQL</a:t>
          </a:r>
        </a:p>
      </dsp:txBody>
      <dsp:txXfrm>
        <a:off x="5311747" y="1633786"/>
        <a:ext cx="2544259" cy="1848248"/>
      </dsp:txXfrm>
    </dsp:sp>
    <dsp:sp modelId="{694BE33D-6E14-EC41-A098-B85925BA701F}">
      <dsp:nvSpPr>
        <dsp:cNvPr id="0" name=""/>
        <dsp:cNvSpPr/>
      </dsp:nvSpPr>
      <dsp:spPr>
        <a:xfrm>
          <a:off x="7963901" y="870508"/>
          <a:ext cx="2544259" cy="76327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053" tIns="201053" rIns="201053" bIns="20105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Display</a:t>
          </a:r>
        </a:p>
      </dsp:txBody>
      <dsp:txXfrm>
        <a:off x="7963901" y="870508"/>
        <a:ext cx="2544259" cy="763277"/>
      </dsp:txXfrm>
    </dsp:sp>
    <dsp:sp modelId="{A9121360-428E-A44B-B225-06E650DE511D}">
      <dsp:nvSpPr>
        <dsp:cNvPr id="0" name=""/>
        <dsp:cNvSpPr/>
      </dsp:nvSpPr>
      <dsp:spPr>
        <a:xfrm>
          <a:off x="7963901" y="1633786"/>
          <a:ext cx="2544259" cy="184824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316" tIns="251316" rIns="251316" bIns="251316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Display students in the report</a:t>
          </a:r>
        </a:p>
      </dsp:txBody>
      <dsp:txXfrm>
        <a:off x="7963901" y="1633786"/>
        <a:ext cx="2544259" cy="18482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13687-A20D-E043-B325-1700FA773D05}">
      <dsp:nvSpPr>
        <dsp:cNvPr id="0" name=""/>
        <dsp:cNvSpPr/>
      </dsp:nvSpPr>
      <dsp:spPr>
        <a:xfrm>
          <a:off x="0" y="0"/>
          <a:ext cx="5961888" cy="12011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Add course code, title, and credits</a:t>
          </a:r>
          <a:endParaRPr lang="en-US" sz="3100" kern="1200"/>
        </a:p>
      </dsp:txBody>
      <dsp:txXfrm>
        <a:off x="35180" y="35180"/>
        <a:ext cx="4564273" cy="1130775"/>
      </dsp:txXfrm>
    </dsp:sp>
    <dsp:sp modelId="{F916451D-B30E-AC48-9EE1-EEA3B128FA7C}">
      <dsp:nvSpPr>
        <dsp:cNvPr id="0" name=""/>
        <dsp:cNvSpPr/>
      </dsp:nvSpPr>
      <dsp:spPr>
        <a:xfrm>
          <a:off x="499308" y="1419523"/>
          <a:ext cx="5961888" cy="1201135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/>
            <a:t>Prevent empty or invalid inputs</a:t>
          </a:r>
          <a:endParaRPr lang="en-US" sz="3100" kern="1200"/>
        </a:p>
      </dsp:txBody>
      <dsp:txXfrm>
        <a:off x="534488" y="1454703"/>
        <a:ext cx="4611481" cy="1130775"/>
      </dsp:txXfrm>
    </dsp:sp>
    <dsp:sp modelId="{11285C35-DF13-BD4A-8DFF-933736B67691}">
      <dsp:nvSpPr>
        <dsp:cNvPr id="0" name=""/>
        <dsp:cNvSpPr/>
      </dsp:nvSpPr>
      <dsp:spPr>
        <a:xfrm>
          <a:off x="991163" y="2839047"/>
          <a:ext cx="5961888" cy="1201135"/>
        </a:xfrm>
        <a:prstGeom prst="roundRect">
          <a:avLst>
            <a:gd name="adj" fmla="val 10000"/>
          </a:avLst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Save course details to database</a:t>
          </a:r>
        </a:p>
      </dsp:txBody>
      <dsp:txXfrm>
        <a:off x="1026343" y="2874227"/>
        <a:ext cx="4618934" cy="1130775"/>
      </dsp:txXfrm>
    </dsp:sp>
    <dsp:sp modelId="{53B519A1-26C2-6D45-A80C-36B3B4851F2E}">
      <dsp:nvSpPr>
        <dsp:cNvPr id="0" name=""/>
        <dsp:cNvSpPr/>
      </dsp:nvSpPr>
      <dsp:spPr>
        <a:xfrm>
          <a:off x="1490471" y="4258570"/>
          <a:ext cx="5961888" cy="1201135"/>
        </a:xfrm>
        <a:prstGeom prst="roundRect">
          <a:avLst>
            <a:gd name="adj" fmla="val 10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Load course for enrollment</a:t>
          </a:r>
        </a:p>
      </dsp:txBody>
      <dsp:txXfrm>
        <a:off x="1525651" y="4293750"/>
        <a:ext cx="4611481" cy="1130775"/>
      </dsp:txXfrm>
    </dsp:sp>
    <dsp:sp modelId="{3268D7E7-EBE9-724B-8BD0-835D75B8CDEE}">
      <dsp:nvSpPr>
        <dsp:cNvPr id="0" name=""/>
        <dsp:cNvSpPr/>
      </dsp:nvSpPr>
      <dsp:spPr>
        <a:xfrm>
          <a:off x="5181150" y="919960"/>
          <a:ext cx="780737" cy="7807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356816" y="919960"/>
        <a:ext cx="429405" cy="587505"/>
      </dsp:txXfrm>
    </dsp:sp>
    <dsp:sp modelId="{5ECB1BD8-7212-F343-85F8-F346868CC206}">
      <dsp:nvSpPr>
        <dsp:cNvPr id="0" name=""/>
        <dsp:cNvSpPr/>
      </dsp:nvSpPr>
      <dsp:spPr>
        <a:xfrm>
          <a:off x="5680458" y="2339484"/>
          <a:ext cx="780737" cy="7807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62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62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856124" y="2339484"/>
        <a:ext cx="429405" cy="587505"/>
      </dsp:txXfrm>
    </dsp:sp>
    <dsp:sp modelId="{3AD5BB98-7A9D-2444-9203-C86565C26FA0}">
      <dsp:nvSpPr>
        <dsp:cNvPr id="0" name=""/>
        <dsp:cNvSpPr/>
      </dsp:nvSpPr>
      <dsp:spPr>
        <a:xfrm>
          <a:off x="6172313" y="3759007"/>
          <a:ext cx="780737" cy="78073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6347979" y="3759007"/>
        <a:ext cx="429405" cy="5875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09154-F52A-3D4B-B865-BB0FAC4B577D}">
      <dsp:nvSpPr>
        <dsp:cNvPr id="0" name=""/>
        <dsp:cNvSpPr/>
      </dsp:nvSpPr>
      <dsp:spPr>
        <a:xfrm>
          <a:off x="0" y="3569039"/>
          <a:ext cx="2628900" cy="78081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Prevent</a:t>
          </a:r>
        </a:p>
      </dsp:txBody>
      <dsp:txXfrm>
        <a:off x="0" y="3569039"/>
        <a:ext cx="2628900" cy="780818"/>
      </dsp:txXfrm>
    </dsp:sp>
    <dsp:sp modelId="{A7D9F1BB-82D9-0041-8428-E884B7F5ABB0}">
      <dsp:nvSpPr>
        <dsp:cNvPr id="0" name=""/>
        <dsp:cNvSpPr/>
      </dsp:nvSpPr>
      <dsp:spPr>
        <a:xfrm>
          <a:off x="2628900" y="3569039"/>
          <a:ext cx="7886700" cy="780818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304800" rIns="159980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Prevent missing or invalid selections</a:t>
          </a:r>
        </a:p>
      </dsp:txBody>
      <dsp:txXfrm>
        <a:off x="2628900" y="3569039"/>
        <a:ext cx="7886700" cy="780818"/>
      </dsp:txXfrm>
    </dsp:sp>
    <dsp:sp modelId="{3C81ACF7-7D93-2A4A-9D2C-ED3259301ECE}">
      <dsp:nvSpPr>
        <dsp:cNvPr id="0" name=""/>
        <dsp:cNvSpPr/>
      </dsp:nvSpPr>
      <dsp:spPr>
        <a:xfrm rot="10800000">
          <a:off x="0" y="2379853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Save</a:t>
          </a:r>
        </a:p>
      </dsp:txBody>
      <dsp:txXfrm rot="-10800000">
        <a:off x="0" y="2379853"/>
        <a:ext cx="2628900" cy="780584"/>
      </dsp:txXfrm>
    </dsp:sp>
    <dsp:sp modelId="{1B2A1721-F75A-F347-B6F8-2AADB5D8ED4E}">
      <dsp:nvSpPr>
        <dsp:cNvPr id="0" name=""/>
        <dsp:cNvSpPr/>
      </dsp:nvSpPr>
      <dsp:spPr>
        <a:xfrm>
          <a:off x="2628900" y="2379853"/>
          <a:ext cx="7886700" cy="7805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304800" rIns="159980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Save enrollment data to database</a:t>
          </a:r>
        </a:p>
      </dsp:txBody>
      <dsp:txXfrm>
        <a:off x="2628900" y="2379853"/>
        <a:ext cx="7886700" cy="780584"/>
      </dsp:txXfrm>
    </dsp:sp>
    <dsp:sp modelId="{EAF82326-9474-4A41-AD26-561FE5BCA825}">
      <dsp:nvSpPr>
        <dsp:cNvPr id="0" name=""/>
        <dsp:cNvSpPr/>
      </dsp:nvSpPr>
      <dsp:spPr>
        <a:xfrm rot="10800000">
          <a:off x="0" y="1190666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Assign</a:t>
          </a:r>
        </a:p>
      </dsp:txBody>
      <dsp:txXfrm rot="-10800000">
        <a:off x="0" y="1190666"/>
        <a:ext cx="2628900" cy="780584"/>
      </dsp:txXfrm>
    </dsp:sp>
    <dsp:sp modelId="{6C62A5AC-2866-6144-8641-38999BEF1416}">
      <dsp:nvSpPr>
        <dsp:cNvPr id="0" name=""/>
        <dsp:cNvSpPr/>
      </dsp:nvSpPr>
      <dsp:spPr>
        <a:xfrm>
          <a:off x="2628900" y="1190666"/>
          <a:ext cx="7886700" cy="7805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304800" rIns="159980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Assign a semester to enrollment</a:t>
          </a:r>
        </a:p>
      </dsp:txBody>
      <dsp:txXfrm>
        <a:off x="2628900" y="1190666"/>
        <a:ext cx="7886700" cy="780584"/>
      </dsp:txXfrm>
    </dsp:sp>
    <dsp:sp modelId="{B51B23A4-A4A9-4647-B62B-57C145864664}">
      <dsp:nvSpPr>
        <dsp:cNvPr id="0" name=""/>
        <dsp:cNvSpPr/>
      </dsp:nvSpPr>
      <dsp:spPr>
        <a:xfrm rot="10800000">
          <a:off x="0" y="1479"/>
          <a:ext cx="2628900" cy="120089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967" tIns="192024" rIns="186967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Select</a:t>
          </a:r>
        </a:p>
      </dsp:txBody>
      <dsp:txXfrm rot="-10800000">
        <a:off x="0" y="1479"/>
        <a:ext cx="2628900" cy="780584"/>
      </dsp:txXfrm>
    </dsp:sp>
    <dsp:sp modelId="{77D66B5F-EC5B-E446-827E-7F27E3FE7E79}">
      <dsp:nvSpPr>
        <dsp:cNvPr id="0" name=""/>
        <dsp:cNvSpPr/>
      </dsp:nvSpPr>
      <dsp:spPr>
        <a:xfrm>
          <a:off x="2628900" y="1479"/>
          <a:ext cx="7886700" cy="780584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980" tIns="304800" rIns="159980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Select student and course from dropdown lists</a:t>
          </a:r>
        </a:p>
      </dsp:txBody>
      <dsp:txXfrm>
        <a:off x="2628900" y="1479"/>
        <a:ext cx="7886700" cy="78058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C3046-4979-0F48-B06C-3DE20EF60495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D6B86-64D1-3A41-94F5-32BF221978FE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Record marks and letter grades</a:t>
          </a:r>
          <a:endParaRPr lang="en-US" sz="2600" kern="1200"/>
        </a:p>
      </dsp:txBody>
      <dsp:txXfrm>
        <a:off x="288396" y="1634282"/>
        <a:ext cx="2117829" cy="1314957"/>
      </dsp:txXfrm>
    </dsp:sp>
    <dsp:sp modelId="{3ECFDCE9-41A0-2D47-880D-8043FE679CFD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82EC7B-2048-5E41-9D03-8B04177641E9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Grades are linked to enrollments</a:t>
          </a:r>
          <a:endParaRPr lang="en-US" sz="2600" kern="1200"/>
        </a:p>
      </dsp:txBody>
      <dsp:txXfrm>
        <a:off x="2976857" y="1634282"/>
        <a:ext cx="2117829" cy="1314957"/>
      </dsp:txXfrm>
    </dsp:sp>
    <dsp:sp modelId="{06187842-1993-FE42-9C44-98FCD67E2CB4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9015B-C496-4042-982A-6A86828FD166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Input validation for marks</a:t>
          </a:r>
          <a:endParaRPr lang="en-US" sz="2600" kern="1200"/>
        </a:p>
      </dsp:txBody>
      <dsp:txXfrm>
        <a:off x="5665318" y="1634282"/>
        <a:ext cx="2117829" cy="1314957"/>
      </dsp:txXfrm>
    </dsp:sp>
    <dsp:sp modelId="{FA8B1510-526A-834A-AD0D-AF600CDADC82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1CF1E-A774-DB45-8F1A-AD78BCD23154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Save grade data in database</a:t>
          </a:r>
          <a:endParaRPr lang="en-US" sz="2600" kern="1200"/>
        </a:p>
      </dsp:txBody>
      <dsp:txXfrm>
        <a:off x="8353779" y="1634282"/>
        <a:ext cx="2117829" cy="13149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5AE802-7F93-964B-935D-0D6A93E8D1A1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78287-D8DE-A243-B080-1F5DB5F6AEF3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Empty fields are checked</a:t>
          </a:r>
          <a:endParaRPr lang="en-US" sz="3800" kern="1200"/>
        </a:p>
      </dsp:txBody>
      <dsp:txXfrm>
        <a:off x="0" y="0"/>
        <a:ext cx="6900512" cy="1384035"/>
      </dsp:txXfrm>
    </dsp:sp>
    <dsp:sp modelId="{25A0D09C-6BCA-4843-8C17-84D96BF87028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73D058-FA17-BE45-9E26-E6CABE0E24B6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Numeric fields accept only numbers</a:t>
          </a:r>
          <a:endParaRPr lang="en-US" sz="3800" kern="1200"/>
        </a:p>
      </dsp:txBody>
      <dsp:txXfrm>
        <a:off x="0" y="1384035"/>
        <a:ext cx="6900512" cy="1384035"/>
      </dsp:txXfrm>
    </dsp:sp>
    <dsp:sp modelId="{4D9B76EE-EB0A-D24F-B85B-1AA5531D2766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189-0DF4-1E44-8035-EA8A54CE95EC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Error messages shown using dialog boxes</a:t>
          </a:r>
          <a:endParaRPr lang="en-US" sz="3800" kern="1200"/>
        </a:p>
      </dsp:txBody>
      <dsp:txXfrm>
        <a:off x="0" y="2768070"/>
        <a:ext cx="6900512" cy="1384035"/>
      </dsp:txXfrm>
    </dsp:sp>
    <dsp:sp modelId="{EDC6A6E4-68E6-A744-AF6F-8CC2D184A6AA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AF031-E76A-454A-9A8C-938BF9A4A77B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Successful actions show confirmation messages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ADDED-792E-D14D-8347-2B661FF9D2C5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8D2A8-2FEA-AE4D-87D7-DF224132742B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Models handle data objects</a:t>
          </a:r>
          <a:endParaRPr lang="en-US" sz="3800" kern="1200"/>
        </a:p>
      </dsp:txBody>
      <dsp:txXfrm>
        <a:off x="0" y="0"/>
        <a:ext cx="6900512" cy="1384035"/>
      </dsp:txXfrm>
    </dsp:sp>
    <dsp:sp modelId="{3E408DD8-56D8-CE47-B259-CF097A0B8BDB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4A01B-785B-F244-B30C-63DEAEE5824A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Services handle database logic</a:t>
          </a:r>
          <a:endParaRPr lang="en-US" sz="3800" kern="1200"/>
        </a:p>
      </dsp:txBody>
      <dsp:txXfrm>
        <a:off x="0" y="1384035"/>
        <a:ext cx="6900512" cy="1384035"/>
      </dsp:txXfrm>
    </dsp:sp>
    <dsp:sp modelId="{DC7C1A19-19E0-9F46-BB55-6DC5069F949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37E4A-6E26-A84C-A85D-9410F06F234E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GUI handles user interaction</a:t>
          </a:r>
          <a:endParaRPr lang="en-US" sz="3800" kern="1200"/>
        </a:p>
      </dsp:txBody>
      <dsp:txXfrm>
        <a:off x="0" y="2768070"/>
        <a:ext cx="6900512" cy="1384035"/>
      </dsp:txXfrm>
    </dsp:sp>
    <dsp:sp modelId="{42BD1C54-6880-B241-8C37-90060BEA3C65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F6CA9-4B08-2C4A-91F9-07DE932A816F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Database stores all information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36CC75-BC9E-4941-8A89-17EAE7CCBBC3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69449-0466-1248-B270-9F1317DE5B8F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User enters data through forms</a:t>
          </a:r>
          <a:endParaRPr lang="en-US" sz="3800" kern="1200"/>
        </a:p>
      </dsp:txBody>
      <dsp:txXfrm>
        <a:off x="0" y="0"/>
        <a:ext cx="6900512" cy="1384035"/>
      </dsp:txXfrm>
    </dsp:sp>
    <dsp:sp modelId="{2B2A51AF-BFE0-F949-828A-1EE54EEBCA8B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28970-252C-C54F-AE60-D89CDAC9C937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System validates input</a:t>
          </a:r>
          <a:endParaRPr lang="en-US" sz="3800" kern="1200"/>
        </a:p>
      </dsp:txBody>
      <dsp:txXfrm>
        <a:off x="0" y="1384035"/>
        <a:ext cx="6900512" cy="1384035"/>
      </dsp:txXfrm>
    </dsp:sp>
    <dsp:sp modelId="{30AE0FFA-4A4C-AF49-8F44-1E076099753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FAC80-07B0-A146-9B2D-C08663692749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Data is saved to MySQL</a:t>
          </a:r>
          <a:endParaRPr lang="en-US" sz="3800" kern="1200"/>
        </a:p>
      </dsp:txBody>
      <dsp:txXfrm>
        <a:off x="0" y="2768070"/>
        <a:ext cx="6900512" cy="1384035"/>
      </dsp:txXfrm>
    </dsp:sp>
    <dsp:sp modelId="{DDE4528B-010E-984F-8E9F-31B2ABB237B5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17BC4-C6CE-9F47-AD3C-134006953556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Updated data is displayed in reports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EFFFD9-D280-C943-B984-B0017953B840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B064D-3A9E-CB46-9A9E-09B478C5B2E4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GUI communicates with service classes</a:t>
          </a:r>
          <a:endParaRPr lang="en-US" sz="3800" kern="1200"/>
        </a:p>
      </dsp:txBody>
      <dsp:txXfrm>
        <a:off x="0" y="0"/>
        <a:ext cx="6900512" cy="1384035"/>
      </dsp:txXfrm>
    </dsp:sp>
    <dsp:sp modelId="{61AA8F79-45EC-8C44-BBDC-CA6B32C5E701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FC4D5-8758-0B4B-B3AB-3DCA35AC8106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Service classes interact with database</a:t>
          </a:r>
          <a:endParaRPr lang="en-US" sz="3800" kern="1200"/>
        </a:p>
      </dsp:txBody>
      <dsp:txXfrm>
        <a:off x="0" y="1384035"/>
        <a:ext cx="6900512" cy="1384035"/>
      </dsp:txXfrm>
    </dsp:sp>
    <dsp:sp modelId="{CE7C0ACE-F20F-CE4E-81F8-29BF5EA99136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3EC1E-126B-AF4E-B400-3FF56AD4ACC4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Database returns results to GUI</a:t>
          </a:r>
          <a:endParaRPr lang="en-US" sz="3800" kern="1200"/>
        </a:p>
      </dsp:txBody>
      <dsp:txXfrm>
        <a:off x="0" y="2768070"/>
        <a:ext cx="6900512" cy="1384035"/>
      </dsp:txXfrm>
    </dsp:sp>
    <dsp:sp modelId="{84E02264-D37C-AF43-B0B8-5FF7FE060A8E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459FF7-C0EB-074C-8E72-6A566AA95094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User sees real-time data updates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35AF4-5BE6-4241-8802-BD53EE1FFE88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BA02D-259A-064B-978D-23C2521FDC82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Improved my Java programming skills</a:t>
          </a:r>
          <a:endParaRPr lang="en-US" sz="3800" kern="1200"/>
        </a:p>
      </dsp:txBody>
      <dsp:txXfrm>
        <a:off x="0" y="0"/>
        <a:ext cx="6900512" cy="1384035"/>
      </dsp:txXfrm>
    </dsp:sp>
    <dsp:sp modelId="{5E121164-5F9F-2543-836E-C8538339295D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530BED-9E79-9F4B-8660-D562EBA4DE52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Learned how to connect Java with MySQL</a:t>
          </a:r>
          <a:endParaRPr lang="en-US" sz="3800" kern="1200"/>
        </a:p>
      </dsp:txBody>
      <dsp:txXfrm>
        <a:off x="0" y="1384035"/>
        <a:ext cx="6900512" cy="1384035"/>
      </dsp:txXfrm>
    </dsp:sp>
    <dsp:sp modelId="{7EE4F0BB-5540-9C4D-8339-A3A49CDAFE28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363CC-6939-CF41-94A8-20F8BCA9E481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Gained experience with GUI development</a:t>
          </a:r>
          <a:endParaRPr lang="en-US" sz="3800" kern="1200"/>
        </a:p>
      </dsp:txBody>
      <dsp:txXfrm>
        <a:off x="0" y="2768070"/>
        <a:ext cx="6900512" cy="1384035"/>
      </dsp:txXfrm>
    </dsp:sp>
    <dsp:sp modelId="{49B6A915-664F-C242-B372-A41104E83543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29EC7-B07B-DF45-9B12-3C70E41995E1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Better understanding of OOP concepts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F0A37-8B61-5646-BFDF-2AF54CE4AB01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54E707-4B49-C846-B07D-A29180FE385B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The system meets project requirements</a:t>
          </a:r>
          <a:endParaRPr lang="en-US" sz="3800" kern="1200"/>
        </a:p>
      </dsp:txBody>
      <dsp:txXfrm>
        <a:off x="0" y="0"/>
        <a:ext cx="6900512" cy="1384035"/>
      </dsp:txXfrm>
    </dsp:sp>
    <dsp:sp modelId="{3CCEB05A-E7AF-C843-96C2-A78E6A123104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6F8AD-6D1B-414C-9ADA-6ECF80BC1765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Data is stored and retrieved correctly</a:t>
          </a:r>
          <a:endParaRPr lang="en-US" sz="3800" kern="1200"/>
        </a:p>
      </dsp:txBody>
      <dsp:txXfrm>
        <a:off x="0" y="1384035"/>
        <a:ext cx="6900512" cy="1384035"/>
      </dsp:txXfrm>
    </dsp:sp>
    <dsp:sp modelId="{A2E19063-2598-9943-B138-DC7860B4D53D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04EB14-F047-A547-B64C-A91C4358FCEA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The GUI is simple and user-friendly</a:t>
          </a:r>
          <a:endParaRPr lang="en-US" sz="3800" kern="1200"/>
        </a:p>
      </dsp:txBody>
      <dsp:txXfrm>
        <a:off x="0" y="2768070"/>
        <a:ext cx="6900512" cy="1384035"/>
      </dsp:txXfrm>
    </dsp:sp>
    <dsp:sp modelId="{1C41175F-5EFC-D649-95AE-2731D8C15FD3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6526E-BD28-9449-9301-19A9B200121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800" kern="1200"/>
            <a:t>The project demonstrates good OOP design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77CD4-4174-F847-88F4-AF851CF90D0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A74DE-8F43-414A-B370-5DA304A4B9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39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A74DE-8F43-414A-B370-5DA304A4B9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95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E57D-C22E-A1DC-BFB9-B7AE27046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D94E8-7AF0-8C9A-62B9-5D75DACF3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AF543-4F49-519B-9D68-56C0AC5D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B70BD-0F3A-BE9A-7F5A-2BD6F9D75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37CC4-31F8-0CB4-CDEE-1251E663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87EE-23F8-A665-7771-5A9C95B0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2257A-FF98-254F-A06E-A16D67109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DF86F-867E-08A7-D3F4-D6FDA228D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90D05-DADF-FFDC-62E2-A0A19D77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E34C0-570F-B469-A1E4-20E2D97F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4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312C-6FC2-8B30-BB00-FAEDE766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965E7-8608-82F1-3AD7-53198D694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6BEE9-1CC4-A116-8245-A62C40B5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64B6-6A81-5605-3016-81B59EC39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07562-EA7A-40A9-B46A-0ACA8C90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81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630BE-3F4C-9BF8-0EBE-D6B1F0104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77BB0-4F0F-3D64-131F-47E3A6C03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A6071-93A2-716B-6641-AEFF405C8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AC365-0BFD-BAD5-DCD9-44CC0CB2F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154DF-601A-AFA0-2DC5-5D89B23D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260C5-C3F0-02A5-B627-395A5A3E5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42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0E74-A4EE-DF4D-3476-CCC7659E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5985F-AD52-D4D7-17C8-72B2B003F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326F6-630A-23F5-7814-39EB8E4BE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961F3-336B-BDDC-4730-EB31FD41A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0AD17C-8B25-E8A2-13DC-B3C3976BA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32DD0-A83E-14F5-71FF-45BCC9A2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FF641-E5E0-11EE-FC03-B34FCBA8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418B4-37D7-E69D-40D3-A6E69007E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95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AD09E-9781-0728-1773-BFEA55CF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82732-2780-74DF-F1DC-8033910C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4523D-81A8-2922-FBE7-22D9D88D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8292F-C763-7FE1-CEEF-806E148D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8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151B77-6FD6-7479-6C20-CE42DDCF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8158F9-7353-AFCF-9884-6F81FEFD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A547D-15D2-E31E-3B9F-29F5E6ED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8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C010C-4B57-9516-E0A1-E1A7E4A11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A4058-E5B1-B40B-7209-359B0F7F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1C29C-0C0D-600A-E8CB-E9839EB59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5E9E8-5B0B-D70B-6A3B-E472FC1EA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B6719-7836-EFE1-A029-83095A0C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CCCAC-6192-5BEA-1F40-1BDCECB5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4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62522-EF79-A3C8-2C95-8F26808FA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DFA18C-C380-D9CE-82B9-F66BEA9DD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21827-9748-B1DC-F634-B198D0855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BCE56-3713-2594-EE51-E3548A5C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6742E-04A8-44BF-82DF-5945DE35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2D8B2-0955-9DC5-8198-F3597EA2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31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0A8E-2E20-BA7B-465A-3C9B586E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368D7C-47B0-D19A-A287-1B070494D4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AE34D-4097-DE81-580F-C9858D0E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D2F9A-ABC9-84F7-0210-B8E71A06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5188-EB8E-5A87-0154-B806758D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0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3DBD3-BF46-6D37-A0FB-137CB844F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F29F0-59DF-3F2A-800B-6ACCFBB39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76799-F20F-CE59-1EE0-A8E341F1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17846-4109-B709-F20F-433708A2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3E067-EA08-D55A-F3C3-82BD0B98F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3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47E63-D887-683C-A02E-56674EE3C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EC128-0387-CE96-0E51-FDC4A63CB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E8FE2-3353-041C-5FE8-79788AB57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8D995-6FFB-BFC8-690C-1D2C00940B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175D0-8A8C-D8C2-E9A1-2A8CF86AC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AE560-3B75-004C-8615-BA60517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dbc/" TargetMode="External"/><Relationship Id="rId2" Type="http://schemas.openxmlformats.org/officeDocument/2006/relationships/hyperlink" Target="https://docs.oracle.com/javase/tutorial/uiswin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v.mysql.com/doc/workbench/en/" TargetMode="External"/><Relationship Id="rId4" Type="http://schemas.openxmlformats.org/officeDocument/2006/relationships/hyperlink" Target="https://dev.mysql.com/do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B4FC52-C519-39CD-EF53-E1870076B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2800">
                <a:solidFill>
                  <a:schemeClr val="tx2"/>
                </a:solidFill>
              </a:rPr>
              <a:t>SES Demonstration</a:t>
            </a:r>
            <a:br>
              <a:rPr lang="en-US" sz="2800">
                <a:solidFill>
                  <a:schemeClr val="tx2"/>
                </a:solidFill>
              </a:rPr>
            </a:br>
            <a:r>
              <a:rPr lang="en-US" sz="2800">
                <a:solidFill>
                  <a:schemeClr val="tx2"/>
                </a:solidFill>
              </a:rPr>
              <a:t>By HE28346</a:t>
            </a:r>
            <a:br>
              <a:rPr lang="en-US" sz="2800">
                <a:solidFill>
                  <a:schemeClr val="tx2"/>
                </a:solidFill>
              </a:rPr>
            </a:br>
            <a:r>
              <a:rPr lang="en-US" sz="2800">
                <a:solidFill>
                  <a:schemeClr val="tx2"/>
                </a:solidFill>
              </a:rPr>
              <a:t>Name: Crina Florentina Briches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3B6A2A-09DE-1547-E9F2-D57D2542D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Autofit/>
          </a:bodyPr>
          <a:lstStyle/>
          <a:p>
            <a:pPr algn="l"/>
            <a:r>
              <a:rPr lang="en-US" sz="1800" dirty="0">
                <a:solidFill>
                  <a:schemeClr val="tx2"/>
                </a:solidFill>
              </a:rPr>
              <a:t>Date: 14/01/2026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Module Name: OBJECT ORIENTED PROGRAMMING</a:t>
            </a:r>
          </a:p>
          <a:p>
            <a:pPr algn="l"/>
            <a:r>
              <a:rPr lang="en-US" sz="1800" dirty="0">
                <a:solidFill>
                  <a:schemeClr val="tx2"/>
                </a:solidFill>
              </a:rPr>
              <a:t>Module Code: SWE4305</a:t>
            </a:r>
          </a:p>
        </p:txBody>
      </p:sp>
      <p:pic>
        <p:nvPicPr>
          <p:cNvPr id="7" name="Graphic 6" descr="Bubbles">
            <a:extLst>
              <a:ext uri="{FF2B5EF4-FFF2-40B4-BE49-F238E27FC236}">
                <a16:creationId xmlns:a16="http://schemas.microsoft.com/office/drawing/2014/main" id="{5E6500F0-87EB-95C8-B8BB-68F6ED2C3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224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377A4-9CEC-7753-1AFB-C0B1A675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Contents</a:t>
            </a:r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1" name="Content Placeholder 2">
            <a:extLst>
              <a:ext uri="{FF2B5EF4-FFF2-40B4-BE49-F238E27FC236}">
                <a16:creationId xmlns:a16="http://schemas.microsoft.com/office/drawing/2014/main" id="{C7BFC523-6DD8-B86D-9FDE-44F420D84D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88989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18219-213C-991B-B010-7DC4F7D87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27E5A-163A-1195-6FFF-67A0EDB1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9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65EFD-EFEE-98F7-DA60-94A99FE6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Project Overview</a:t>
            </a:r>
          </a:p>
        </p:txBody>
      </p:sp>
      <p:sp>
        <p:nvSpPr>
          <p:cNvPr id="92" name="Content Placeholder 2">
            <a:extLst>
              <a:ext uri="{FF2B5EF4-FFF2-40B4-BE49-F238E27FC236}">
                <a16:creationId xmlns:a16="http://schemas.microsoft.com/office/drawing/2014/main" id="{CE4C08A3-B23B-B32F-5171-D6DB50924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925" y="1791731"/>
            <a:ext cx="4977578" cy="5066270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This project is a Student Enrollment System</a:t>
            </a:r>
          </a:p>
          <a:p>
            <a:r>
              <a:rPr lang="en-US" sz="2400" dirty="0">
                <a:solidFill>
                  <a:schemeClr val="tx2"/>
                </a:solidFill>
              </a:rPr>
              <a:t>It is developed using Java Swing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system is connected to MySQL database</a:t>
            </a:r>
          </a:p>
          <a:p>
            <a:r>
              <a:rPr lang="en-US" sz="2400" dirty="0">
                <a:solidFill>
                  <a:schemeClr val="tx2"/>
                </a:solidFill>
              </a:rPr>
              <a:t>It allows managing: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Students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Courses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Enrollment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>
                <a:solidFill>
                  <a:schemeClr val="tx2"/>
                </a:solidFill>
              </a:rPr>
              <a:t>Grades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 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94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7" name="Graphic 96" descr="Books">
            <a:extLst>
              <a:ext uri="{FF2B5EF4-FFF2-40B4-BE49-F238E27FC236}">
                <a16:creationId xmlns:a16="http://schemas.microsoft.com/office/drawing/2014/main" id="{6ECAAA07-5537-35EF-5BC6-F8C3A1DFC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3F373E-8ACB-A309-C38F-F2FEA39D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7040-6A49-65AA-91C4-7B2AB707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403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3A15F-EFEF-6C94-DB56-0249CEC91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Purpose of the System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86EDA72-475C-7C5A-7BDA-6A6D1764E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9455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D2FB2-D79B-30AF-829E-6BEE5DB5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1384A-E679-C0B7-0329-0EF6B9AE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8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9C8048-1B94-FAF0-DB41-F3F5B772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/>
              <a:t>Key features and functionalities of the system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4AF4ADCB-490D-07A0-E12C-4723912CA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53825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C77E38-E7C5-7F66-345D-79F74DD6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0A1A8-18A0-0E89-50AD-10D23912A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39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43926-C9B1-7F35-7A76-1AC1389D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Student management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FD409258-2EE3-ACF0-2A1D-CD656CB210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1075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BAFDD9-D25C-AD34-FC75-3A1CB37B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69C8-9FB3-0181-38CF-512122A2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8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C68A55F-7B32-44D8-AEE5-1AF405326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38E49-080B-EDDA-ED9C-AC9C2AAF7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429030"/>
            <a:ext cx="2834640" cy="5457589"/>
          </a:xfrm>
        </p:spPr>
        <p:txBody>
          <a:bodyPr anchor="ctr">
            <a:normAutofit/>
          </a:bodyPr>
          <a:lstStyle/>
          <a:p>
            <a:r>
              <a:rPr lang="en-US" sz="3700"/>
              <a:t>Course management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D1AAA2C-FBBE-42AA-B869-31D524B76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5320" y="6112341"/>
            <a:ext cx="10835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F937BBF-9326-4230-AB1B-F1795E35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45208" y="4686084"/>
            <a:ext cx="54864" cy="2834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5" name="Content Placeholder 2">
            <a:extLst>
              <a:ext uri="{FF2B5EF4-FFF2-40B4-BE49-F238E27FC236}">
                <a16:creationId xmlns:a16="http://schemas.microsoft.com/office/drawing/2014/main" id="{ACD2BC88-FA37-8838-2236-F6A8099298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6001634"/>
              </p:ext>
            </p:extLst>
          </p:nvPr>
        </p:nvGraphicFramePr>
        <p:xfrm>
          <a:off x="4041648" y="429030"/>
          <a:ext cx="7452360" cy="5459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4AB389-A715-695E-1C2C-19B63365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55EE5-29D4-311E-BE21-62E1BFDB7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6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7098F-B338-900E-86B7-DA19F0D4D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dirty="0"/>
              <a:t>Enrolment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B632E6-0DAC-B1EB-7590-77E722767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9224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83F920-FA5E-597F-A2F1-4C07BD47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25BF4-4AAB-DF9F-4CB2-B2EA43D9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9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3D82-A778-8A2A-7A6C-771FFC2D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Grade Management</a:t>
            </a:r>
          </a:p>
        </p:txBody>
      </p: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FF4883F8-95A2-FF8B-DE7E-6C3F3278417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70BEF-34B7-3513-A75B-FF61F7AF0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8D9FA-98CE-2BCA-2151-43FFC05F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0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7FCA0-0EE8-A8C9-BB27-0DB37B46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Reports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E1B8B61-ECC2-1A64-1090-3C31F97BC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View Students report</a:t>
            </a:r>
          </a:p>
          <a:p>
            <a:r>
              <a:rPr lang="en-GB" dirty="0">
                <a:solidFill>
                  <a:schemeClr val="tx2"/>
                </a:solidFill>
              </a:rPr>
              <a:t>View Courses report</a:t>
            </a:r>
          </a:p>
          <a:p>
            <a:r>
              <a:rPr lang="en-GB" dirty="0">
                <a:solidFill>
                  <a:schemeClr val="tx2"/>
                </a:solidFill>
              </a:rPr>
              <a:t>View Enrolments report</a:t>
            </a:r>
          </a:p>
          <a:p>
            <a:r>
              <a:rPr lang="en-GB" dirty="0">
                <a:solidFill>
                  <a:schemeClr val="tx2"/>
                </a:solidFill>
              </a:rPr>
              <a:t>View Grades report</a:t>
            </a:r>
          </a:p>
          <a:p>
            <a:r>
              <a:rPr lang="en-GB" dirty="0">
                <a:solidFill>
                  <a:schemeClr val="tx2"/>
                </a:solidFill>
              </a:rPr>
              <a:t>Data displayed using tables </a:t>
            </a: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22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C4DA0355-ADA9-90F1-9313-12B420B44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B9759B-1640-5182-5F5E-2012D18F8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05107-1118-C271-C0AA-B3DCD7CCA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2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3BD67-6FE4-1172-7A64-0C901161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300" dirty="0">
                <a:solidFill>
                  <a:schemeClr val="tx2"/>
                </a:solidFill>
              </a:rPr>
              <a:t>The Object-Oriented Programming(OOP) </a:t>
            </a:r>
          </a:p>
        </p:txBody>
      </p:sp>
      <p:pic>
        <p:nvPicPr>
          <p:cNvPr id="34" name="Graphic 33" descr="Network Diagram">
            <a:extLst>
              <a:ext uri="{FF2B5EF4-FFF2-40B4-BE49-F238E27FC236}">
                <a16:creationId xmlns:a16="http://schemas.microsoft.com/office/drawing/2014/main" id="{0F2EE70E-94FA-7526-5603-95A8C1D91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1DABA53B-6D16-695F-8FB5-85042E632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The system follows OOP principles</a:t>
            </a:r>
          </a:p>
          <a:p>
            <a:r>
              <a:rPr lang="en-US" dirty="0">
                <a:solidFill>
                  <a:schemeClr val="tx2"/>
                </a:solidFill>
              </a:rPr>
              <a:t>Code is organized into: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2"/>
                </a:solidFill>
              </a:rPr>
              <a:t>GUI classes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7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EFFB8D-251F-FEA2-E6EE-13EC92F59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E64DF-7630-3033-C24D-6D30896C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9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B0712-EB02-C9B7-3077-E367357F7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OOP Concepts Used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8063B-13D1-9E3D-A1A8-421AB2EF5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b="1" dirty="0"/>
              <a:t>Encapsulation:</a:t>
            </a:r>
            <a:r>
              <a:rPr lang="en-GB" dirty="0"/>
              <a:t> private variables with getters/setters</a:t>
            </a:r>
          </a:p>
          <a:p>
            <a:r>
              <a:rPr lang="en-GB" b="1" dirty="0"/>
              <a:t>Inheritance:</a:t>
            </a:r>
            <a:r>
              <a:rPr lang="en-GB" dirty="0"/>
              <a:t> Student extends Person</a:t>
            </a:r>
          </a:p>
          <a:p>
            <a:r>
              <a:rPr lang="en-GB" b="1" dirty="0"/>
              <a:t>Abstraction:</a:t>
            </a:r>
            <a:r>
              <a:rPr lang="en-GB" dirty="0"/>
              <a:t> separating GUI and logic</a:t>
            </a:r>
          </a:p>
          <a:p>
            <a:r>
              <a:rPr lang="en-GB" b="1" dirty="0"/>
              <a:t>Polymorphism:</a:t>
            </a:r>
            <a:r>
              <a:rPr lang="en-GB" dirty="0"/>
              <a:t> overridden methods like </a:t>
            </a:r>
            <a:r>
              <a:rPr lang="en-GB" dirty="0" err="1"/>
              <a:t>toString</a:t>
            </a:r>
            <a:r>
              <a:rPr lang="en-GB" dirty="0"/>
              <a:t>()</a:t>
            </a:r>
          </a:p>
          <a:p>
            <a:r>
              <a:rPr lang="en-GB" b="1" dirty="0"/>
              <a:t>Composition:</a:t>
            </a:r>
            <a:r>
              <a:rPr lang="en-GB" dirty="0"/>
              <a:t> Enrolment contains Student and Course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EA239-0F7F-8B47-2970-8477D8AC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88699-3A0D-091D-825B-E6D0E17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2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791E5-76F8-6F1A-4ECF-8E0AFB55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Input and Output Validation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801E00-8520-B38B-35DF-62D81357F0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63795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7A779-6D9D-28F6-FB57-5E4604AF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96C94-A9E8-CFC8-D5EC-DE5F57FA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1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6DACF-EA73-6D01-B9FA-2D09BA497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System Structure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4B6AD8-68FD-17B2-C29E-C5ECEE21AE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38638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6E64D-1A07-BC56-B19A-30A18E9F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EB966-5B4F-A660-544E-0A346630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00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3A287-E4EA-C4E7-9D57-26100B63B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System Behaviour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648179-BA00-7B4B-51F9-943FCD5784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49619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797D4-47D9-8DE6-3458-3F218BC00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0D9EE-76B8-B2EB-B3FA-B27E937F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40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720B1-2B29-124C-29C5-7402A269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System Interaction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F03775-F20F-B1E3-6B66-DFB56A6560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458412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7EFC4-551C-B640-62F7-4EEB3BB1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3353E-70CE-EA47-3F2E-D1E547EE3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46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F8941-B17F-FB5D-ED42-37FDA2C81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Challenges Faced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B117DF9-5810-A93F-2D1C-18CF838A4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/>
              <a:t>Database connection issues</a:t>
            </a:r>
          </a:p>
          <a:p>
            <a:r>
              <a:rPr lang="en-GB" dirty="0"/>
              <a:t>Method naming mismatches</a:t>
            </a:r>
          </a:p>
          <a:p>
            <a:r>
              <a:rPr lang="en-GB" dirty="0"/>
              <a:t>Data not showing in reports</a:t>
            </a:r>
          </a:p>
          <a:p>
            <a:r>
              <a:rPr lang="en-GB" dirty="0"/>
              <a:t>SQL column name errors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82DDDF-7A4D-C8A2-FCAA-AECFEE37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68DC2-BD74-2707-E27D-37D88D85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38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070DE-93F9-32AE-CAAD-4848127A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Solutions Applied</a:t>
            </a:r>
          </a:p>
        </p:txBody>
      </p:sp>
      <p:pic>
        <p:nvPicPr>
          <p:cNvPr id="5" name="Picture 4" descr="Blue and orange gradient with arrows">
            <a:extLst>
              <a:ext uri="{FF2B5EF4-FFF2-40B4-BE49-F238E27FC236}">
                <a16:creationId xmlns:a16="http://schemas.microsoft.com/office/drawing/2014/main" id="{CADBFF45-A07B-5CE0-B490-560DD2AD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57" r="1659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6435-83E5-E8B8-ED5B-0C1ABCF72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GB" dirty="0"/>
              <a:t>Fixed method names and parameters</a:t>
            </a:r>
          </a:p>
          <a:p>
            <a:r>
              <a:rPr lang="en-GB" dirty="0"/>
              <a:t>Ensured column names match database</a:t>
            </a:r>
          </a:p>
          <a:p>
            <a:r>
              <a:rPr lang="en-GB" dirty="0"/>
              <a:t>Added data loading methods</a:t>
            </a:r>
          </a:p>
          <a:p>
            <a:r>
              <a:rPr lang="en-GB" dirty="0"/>
              <a:t>Improved validation and error handling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DED8B-3DD7-B4C5-CDA8-D71E77ECD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4205-465A-C8F6-376C-41EEF129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1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DBA2F-180A-2F36-7B13-76DDEE256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dirty="0"/>
              <a:t>Personal Reflection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25F40E3B-31EA-DFB0-E188-A05837990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38391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41FA1-90BE-2BED-1093-CBB6F1C8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BAE04-7D0A-27F5-6D8B-C3B14E6C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71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52347-AC93-CB17-CD88-CA1E49E5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4E7A96-4BE4-3E72-228B-205770FD5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58634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26335C-5F22-DEA6-0C27-15AABF19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38F26-61C8-3772-07E5-ABB7C47D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20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B337758A-BF5D-7E96-8447-461630BB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12">
            <a:extLst>
              <a:ext uri="{FF2B5EF4-FFF2-40B4-BE49-F238E27FC236}">
                <a16:creationId xmlns:a16="http://schemas.microsoft.com/office/drawing/2014/main" id="{522A94E1-AEBD-4286-BFF8-0711E4CD3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622650" y="5181600"/>
            <a:ext cx="9165010" cy="1174750"/>
          </a:xfrm>
          <a:custGeom>
            <a:avLst/>
            <a:gdLst>
              <a:gd name="connsiteX0" fmla="*/ 0 w 9165010"/>
              <a:gd name="connsiteY0" fmla="*/ 1073384 h 1073384"/>
              <a:gd name="connsiteX1" fmla="*/ 9165010 w 9165010"/>
              <a:gd name="connsiteY1" fmla="*/ 1073384 h 1073384"/>
              <a:gd name="connsiteX2" fmla="*/ 9165010 w 9165010"/>
              <a:gd name="connsiteY2" fmla="*/ 266817 h 1073384"/>
              <a:gd name="connsiteX3" fmla="*/ 4757604 w 9165010"/>
              <a:gd name="connsiteY3" fmla="*/ 266817 h 1073384"/>
              <a:gd name="connsiteX4" fmla="*/ 4582505 w 9165010"/>
              <a:gd name="connsiteY4" fmla="*/ 0 h 1073384"/>
              <a:gd name="connsiteX5" fmla="*/ 4407407 w 9165010"/>
              <a:gd name="connsiteY5" fmla="*/ 266817 h 1073384"/>
              <a:gd name="connsiteX6" fmla="*/ 0 w 9165010"/>
              <a:gd name="connsiteY6" fmla="*/ 266817 h 107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65010" h="1073384">
                <a:moveTo>
                  <a:pt x="0" y="1073384"/>
                </a:moveTo>
                <a:lnTo>
                  <a:pt x="9165010" y="1073384"/>
                </a:lnTo>
                <a:lnTo>
                  <a:pt x="9165010" y="266817"/>
                </a:lnTo>
                <a:lnTo>
                  <a:pt x="4757604" y="266817"/>
                </a:lnTo>
                <a:lnTo>
                  <a:pt x="4582505" y="0"/>
                </a:lnTo>
                <a:lnTo>
                  <a:pt x="4407407" y="266817"/>
                </a:lnTo>
                <a:lnTo>
                  <a:pt x="0" y="266817"/>
                </a:lnTo>
                <a:close/>
              </a:path>
            </a:pathLst>
          </a:custGeom>
          <a:solidFill>
            <a:srgbClr val="404040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C4A2F-7C9E-7C57-2F52-AE2B3BE6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5254391"/>
            <a:ext cx="8867012" cy="774934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Q/A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15D5E-EADE-9BDF-21AD-AADD3FAD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5238-9D27-EF7C-9131-089C7762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95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DF18-B6DD-02BE-6574-A49CD1B4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F90BD-F7C5-876B-9106-52B35F7E5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Deitel, P. and Deitel, H. (2018) </a:t>
            </a:r>
            <a:r>
              <a:rPr lang="en-GB" i="1" dirty="0"/>
              <a:t>Java: How to Program</a:t>
            </a:r>
            <a:r>
              <a:rPr lang="en-GB" dirty="0"/>
              <a:t>. 11th </a:t>
            </a:r>
            <a:r>
              <a:rPr lang="en-GB" dirty="0" err="1"/>
              <a:t>edn</a:t>
            </a:r>
            <a:r>
              <a:rPr lang="en-GB" dirty="0"/>
              <a:t>. Boston: Pearson Education</a:t>
            </a:r>
          </a:p>
          <a:p>
            <a:r>
              <a:rPr lang="en-GB" dirty="0"/>
              <a:t>Horstmann, C.S. (2019) </a:t>
            </a:r>
            <a:r>
              <a:rPr lang="en-GB" i="1" dirty="0"/>
              <a:t>Core Java Volume I – Fundamentals</a:t>
            </a:r>
            <a:r>
              <a:rPr lang="en-GB" dirty="0"/>
              <a:t>. 11th </a:t>
            </a:r>
            <a:r>
              <a:rPr lang="en-GB" dirty="0" err="1"/>
              <a:t>edn</a:t>
            </a:r>
            <a:r>
              <a:rPr lang="en-GB" dirty="0"/>
              <a:t>. Upper Saddle River: Prentice Hall.</a:t>
            </a:r>
          </a:p>
          <a:p>
            <a:r>
              <a:rPr lang="en-GB" dirty="0"/>
              <a:t>Oracle (2024) </a:t>
            </a:r>
            <a:r>
              <a:rPr lang="en-GB" i="1" dirty="0"/>
              <a:t>Java Swing Documentation</a:t>
            </a:r>
            <a:r>
              <a:rPr lang="en-GB" dirty="0"/>
              <a:t>. Available at:</a:t>
            </a:r>
            <a:br>
              <a:rPr lang="en-GB" dirty="0"/>
            </a:br>
            <a:r>
              <a:rPr lang="en-GB" dirty="0">
                <a:hlinkClick r:id="rId2"/>
              </a:rPr>
              <a:t>https://docs.oracle.com/javase/tutorial/uiswing/</a:t>
            </a:r>
            <a:r>
              <a:rPr lang="en-GB" dirty="0"/>
              <a:t> </a:t>
            </a:r>
          </a:p>
          <a:p>
            <a:r>
              <a:rPr lang="en-GB" dirty="0"/>
              <a:t>Oracle (2024) </a:t>
            </a:r>
            <a:r>
              <a:rPr lang="en-GB" i="1" dirty="0"/>
              <a:t>JDBC Basics</a:t>
            </a:r>
            <a:r>
              <a:rPr lang="en-GB" dirty="0"/>
              <a:t>. Available at:</a:t>
            </a:r>
            <a:br>
              <a:rPr lang="en-GB" dirty="0"/>
            </a:br>
            <a:r>
              <a:rPr lang="en-GB" dirty="0">
                <a:hlinkClick r:id="rId3"/>
              </a:rPr>
              <a:t>https://docs.oracle.com/javase/tutorial/jdbc/</a:t>
            </a:r>
            <a:br>
              <a:rPr lang="en-GB" dirty="0"/>
            </a:br>
            <a:endParaRPr lang="en-GB" dirty="0"/>
          </a:p>
          <a:p>
            <a:r>
              <a:rPr lang="en-GB" dirty="0"/>
              <a:t>MySQL (2024) </a:t>
            </a:r>
            <a:r>
              <a:rPr lang="en-GB" i="1" dirty="0"/>
              <a:t>MySQL 8.0 Reference Manual</a:t>
            </a:r>
            <a:r>
              <a:rPr lang="en-GB" dirty="0"/>
              <a:t>. Available at:</a:t>
            </a:r>
            <a:br>
              <a:rPr lang="en-GB" dirty="0"/>
            </a:br>
            <a:r>
              <a:rPr lang="en-GB" dirty="0">
                <a:hlinkClick r:id="rId4"/>
              </a:rPr>
              <a:t>https://dev.mysql.com/doc/</a:t>
            </a:r>
            <a:br>
              <a:rPr lang="en-GB" dirty="0"/>
            </a:br>
            <a:endParaRPr lang="en-GB" dirty="0"/>
          </a:p>
          <a:p>
            <a:r>
              <a:rPr lang="en-GB" dirty="0"/>
              <a:t>MySQL (2024) </a:t>
            </a:r>
            <a:r>
              <a:rPr lang="en-GB" i="1" dirty="0"/>
              <a:t>MySQL Workbench Manual</a:t>
            </a:r>
            <a:r>
              <a:rPr lang="en-GB" dirty="0"/>
              <a:t>. Available at:</a:t>
            </a:r>
            <a:br>
              <a:rPr lang="en-GB" dirty="0"/>
            </a:br>
            <a:r>
              <a:rPr lang="en-GB" dirty="0">
                <a:hlinkClick r:id="rId5"/>
              </a:rPr>
              <a:t>https://dev.mysql.com/doc/workbench/en/</a:t>
            </a:r>
            <a:br>
              <a:rPr lang="en-GB" dirty="0"/>
            </a:br>
            <a:endParaRPr lang="en-GB" dirty="0"/>
          </a:p>
          <a:p>
            <a:r>
              <a:rPr lang="en-GB" dirty="0"/>
              <a:t>JetBrains (2024) </a:t>
            </a:r>
            <a:r>
              <a:rPr lang="en-GB" i="1" dirty="0"/>
              <a:t>IntelliJ IDEA Documentation</a:t>
            </a:r>
            <a:r>
              <a:rPr lang="en-GB" dirty="0"/>
              <a:t>. Available at:</a:t>
            </a:r>
            <a:br>
              <a:rPr lang="en-GB" dirty="0"/>
            </a:br>
            <a:r>
              <a:rPr lang="en-GB" dirty="0"/>
              <a:t>https://</a:t>
            </a:r>
            <a:r>
              <a:rPr lang="en-GB" dirty="0" err="1"/>
              <a:t>www.jetbrains.com</a:t>
            </a:r>
            <a:r>
              <a:rPr lang="en-GB" dirty="0"/>
              <a:t>/idea/documentation/</a:t>
            </a:r>
            <a:br>
              <a:rPr lang="en-GB" dirty="0"/>
            </a:br>
            <a:endParaRPr lang="en-GB" dirty="0"/>
          </a:p>
          <a:p>
            <a:r>
              <a:rPr lang="en-GB" dirty="0"/>
              <a:t>Sommerville, I. (2016) </a:t>
            </a:r>
            <a:r>
              <a:rPr lang="en-GB" i="1" dirty="0"/>
              <a:t>Software Engineering</a:t>
            </a:r>
            <a:r>
              <a:rPr lang="en-GB" dirty="0"/>
              <a:t>. 10th </a:t>
            </a:r>
            <a:r>
              <a:rPr lang="en-GB" dirty="0" err="1"/>
              <a:t>edn</a:t>
            </a:r>
            <a:r>
              <a:rPr lang="en-GB" dirty="0"/>
              <a:t>. Boston: Pearson Education.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468C1-7644-685D-AB0A-E4A3016CA23E}"/>
              </a:ext>
            </a:extLst>
          </p:cNvPr>
          <p:cNvSpPr txBox="1"/>
          <p:nvPr/>
        </p:nvSpPr>
        <p:spPr>
          <a:xfrm>
            <a:off x="3048000" y="310846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E7831-8A4F-6F78-4EBA-5F58F0A3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14/01/2026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399CF-5CAD-25BA-370B-AE49FFE5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AE560-3B75-004C-8615-BA605171CD4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788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745</Words>
  <Application>Microsoft Macintosh PowerPoint</Application>
  <PresentationFormat>Widescreen</PresentationFormat>
  <Paragraphs>178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SES Demonstration By HE28346 Name: Crina Florentina Briches</vt:lpstr>
      <vt:lpstr>Contents</vt:lpstr>
      <vt:lpstr>Project Overview</vt:lpstr>
      <vt:lpstr>Purpose of the System</vt:lpstr>
      <vt:lpstr>Key features and functionalities of the system</vt:lpstr>
      <vt:lpstr>Student management</vt:lpstr>
      <vt:lpstr>Course management</vt:lpstr>
      <vt:lpstr>Enrolment Management</vt:lpstr>
      <vt:lpstr>Grade Management</vt:lpstr>
      <vt:lpstr>Reports</vt:lpstr>
      <vt:lpstr>The Object-Oriented Programming(OOP) </vt:lpstr>
      <vt:lpstr>The OOP Concepts Used</vt:lpstr>
      <vt:lpstr>Input and Output Validation</vt:lpstr>
      <vt:lpstr>System Structure</vt:lpstr>
      <vt:lpstr>System Behaviour</vt:lpstr>
      <vt:lpstr>System Interaction</vt:lpstr>
      <vt:lpstr>Challenges Faced</vt:lpstr>
      <vt:lpstr>Solutions Applied</vt:lpstr>
      <vt:lpstr>Personal Reflection</vt:lpstr>
      <vt:lpstr>Conclusion</vt:lpstr>
      <vt:lpstr>Q/A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c.briches@yahoo.com</dc:creator>
  <cp:lastModifiedBy>c.briches@yahoo.com</cp:lastModifiedBy>
  <cp:revision>1</cp:revision>
  <dcterms:created xsi:type="dcterms:W3CDTF">2025-12-04T18:56:56Z</dcterms:created>
  <dcterms:modified xsi:type="dcterms:W3CDTF">2026-01-14T19:18:43Z</dcterms:modified>
</cp:coreProperties>
</file>