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CD871C-9097-4328-932C-944FB177D48C}" v="5" dt="2026-01-15T05:04:25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E ONABANJO" userId="c77051cd21f7fa68" providerId="LiveId" clId="{D9CD871C-9097-4328-932C-944FB177D48C}"/>
    <pc:docChg chg="custSel mod addSld delSld modSld">
      <pc:chgData name="DARE ONABANJO" userId="c77051cd21f7fa68" providerId="LiveId" clId="{D9CD871C-9097-4328-932C-944FB177D48C}" dt="2026-01-15T05:05:12.631" v="19"/>
      <pc:docMkLst>
        <pc:docMk/>
      </pc:docMkLst>
      <pc:sldChg chg="modSp mod">
        <pc:chgData name="DARE ONABANJO" userId="c77051cd21f7fa68" providerId="LiveId" clId="{D9CD871C-9097-4328-932C-944FB177D48C}" dt="2026-01-15T04:57:16.897" v="12" actId="20577"/>
        <pc:sldMkLst>
          <pc:docMk/>
          <pc:sldMk cId="0" sldId="256"/>
        </pc:sldMkLst>
        <pc:spChg chg="mod">
          <ac:chgData name="DARE ONABANJO" userId="c77051cd21f7fa68" providerId="LiveId" clId="{D9CD871C-9097-4328-932C-944FB177D48C}" dt="2026-01-15T04:57:16.897" v="1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57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59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60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61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62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2"/>
            <ac:spMk id="2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63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3"/>
            <ac:spMk id="2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64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4"/>
            <ac:spMk id="2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65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5"/>
            <ac:spMk id="2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67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7"/>
            <ac:spMk id="2" creationId="{00000000-0000-0000-0000-000000000000}"/>
          </ac:spMkLst>
        </pc:spChg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7"/>
            <ac:spMk id="3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69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9"/>
            <ac:spMk id="2" creationId="{00000000-0000-0000-0000-000000000000}"/>
          </ac:spMkLst>
        </pc:spChg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69"/>
            <ac:spMk id="3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70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70"/>
            <ac:spMk id="2" creationId="{00000000-0000-0000-0000-000000000000}"/>
          </ac:spMkLst>
        </pc:spChg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71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71"/>
            <ac:spMk id="2" creationId="{00000000-0000-0000-0000-000000000000}"/>
          </ac:spMkLst>
        </pc:spChg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71"/>
            <ac:spMk id="3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72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72"/>
            <ac:spMk id="2" creationId="{00000000-0000-0000-0000-000000000000}"/>
          </ac:spMkLst>
        </pc:spChg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72"/>
            <ac:spMk id="3" creationId="{00000000-0000-0000-0000-000000000000}"/>
          </ac:spMkLst>
        </pc:spChg>
      </pc:sldChg>
      <pc:sldChg chg="modSp">
        <pc:chgData name="DARE ONABANJO" userId="c77051cd21f7fa68" providerId="LiveId" clId="{D9CD871C-9097-4328-932C-944FB177D48C}" dt="2026-01-15T04:51:32.939" v="1"/>
        <pc:sldMkLst>
          <pc:docMk/>
          <pc:sldMk cId="0" sldId="273"/>
        </pc:sldMkLst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73"/>
            <ac:spMk id="2" creationId="{00000000-0000-0000-0000-000000000000}"/>
          </ac:spMkLst>
        </pc:spChg>
        <pc:spChg chg="mod">
          <ac:chgData name="DARE ONABANJO" userId="c77051cd21f7fa68" providerId="LiveId" clId="{D9CD871C-9097-4328-932C-944FB177D48C}" dt="2026-01-15T04:51:32.939" v="1"/>
          <ac:spMkLst>
            <pc:docMk/>
            <pc:sldMk cId="0" sldId="273"/>
            <ac:spMk id="3" creationId="{00000000-0000-0000-0000-000000000000}"/>
          </ac:spMkLst>
        </pc:spChg>
      </pc:sldChg>
      <pc:sldChg chg="new del">
        <pc:chgData name="DARE ONABANJO" userId="c77051cd21f7fa68" providerId="LiveId" clId="{D9CD871C-9097-4328-932C-944FB177D48C}" dt="2026-01-15T05:02:03.389" v="18" actId="2696"/>
        <pc:sldMkLst>
          <pc:docMk/>
          <pc:sldMk cId="206671167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A9D2A-6D8F-4BE4-AEBD-23EA6A42D362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21773-1015-4A82-9694-CA75F0B910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07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613E8AD3-263A-4DF9-86ED-12C1DC3FB930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8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4D28-1B14-4888-8C8D-BE5AA3ECA60A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31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C852-B125-45DA-B425-DC4CD2F6C0FA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9F63-0725-4A0D-850B-99BF73D73486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1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E09-B631-456B-9CF1-4B06A6500FE8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5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49BEA-6BE5-4A2C-B037-FF452768F6C5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6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69F2-FDBE-425A-967D-DEDA51A58225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72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B4CD2-014F-4151-BF11-1665A37CC761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3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E7CE1-6CD7-4C96-89FC-A499A998F3EA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3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C8D1-5D90-417B-A368-D1B14F49BBB6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ECCE-2D20-4C04-BFA1-C0655C6E6D01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40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618BD-78D3-4DE4-B858-5DF46595F91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02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26F4-D703-4E0A-8807-5647A660A3C9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87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66292-46E7-4EDE-8A4B-B600182F625F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70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A7D2D-8674-4E3A-96E4-CDC3A5BBB74F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97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EC3B-90B5-4996-8E1F-2061C2A7964C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25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3AAA8-FB85-4064-BD86-AFDA26CC5927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7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D276EC-42D1-4C24-A08E-2690A09F7860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HE28046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3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316" y="157317"/>
            <a:ext cx="8300885" cy="909484"/>
          </a:xfrm>
        </p:spPr>
        <p:txBody>
          <a:bodyPr/>
          <a:lstStyle/>
          <a:p>
            <a:r>
              <a:rPr dirty="0"/>
              <a:t>Student </a:t>
            </a:r>
            <a:r>
              <a:rPr dirty="0" err="1"/>
              <a:t>Enrollmen</a:t>
            </a:r>
            <a:r>
              <a:rPr lang="en-GB" dirty="0"/>
              <a:t>t</a:t>
            </a:r>
            <a:r>
              <a:rPr dirty="0"/>
              <a:t>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Demo • Features • OOP • Requirements • UML • Achievements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Swing desktop app built in IntelliJ</a:t>
            </a:r>
          </a:p>
          <a:p>
            <a:r>
              <a:t>Modules: Students, Courses, Enrollments, Grades, Reports</a:t>
            </a:r>
          </a:p>
          <a:p>
            <a:r>
              <a:t>MySQL backend via JDBC (Connector/J)</a:t>
            </a:r>
          </a:p>
          <a:p>
            <a:r>
              <a:t>Menu-driven UI with forms &amp; tables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A357B-9288-E145-8017-9326B956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ABBD6-E555-4DCE-943C-51FDD343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Languages &amp; Tools</a:t>
            </a:r>
          </a:p>
          <a:p>
            <a:pPr lvl="1">
              <a:defRPr sz="1800"/>
            </a:pPr>
            <a:r>
              <a:t>• Java 17+/25 (JDK)</a:t>
            </a:r>
          </a:p>
          <a:p>
            <a:pPr lvl="1">
              <a:defRPr sz="1800"/>
            </a:pPr>
            <a:r>
              <a:t>• Swing/AWT for GUI</a:t>
            </a:r>
          </a:p>
          <a:p>
            <a:pPr lvl="1">
              <a:defRPr sz="1800"/>
            </a:pPr>
            <a:r>
              <a:t>• JDBC (MySQL Connector/J)</a:t>
            </a:r>
          </a:p>
          <a:p>
            <a:pPr lvl="1">
              <a:defRPr sz="1800"/>
            </a:pPr>
            <a:r>
              <a:t>• MySQL Server &amp; Workbench</a:t>
            </a:r>
          </a:p>
          <a:p>
            <a:pPr lvl="1">
              <a:defRPr sz="1800"/>
            </a:pPr>
            <a:r>
              <a:t>• JUnit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Architecture</a:t>
            </a:r>
          </a:p>
          <a:p>
            <a:pPr lvl="1">
              <a:defRPr sz="1800"/>
            </a:pPr>
            <a:r>
              <a:t>• Model: Student, Course, Enrollment, Grade</a:t>
            </a:r>
          </a:p>
          <a:p>
            <a:pPr lvl="1">
              <a:defRPr sz="1800"/>
            </a:pPr>
            <a:r>
              <a:t>• DAO for CRUD, Service for rules</a:t>
            </a:r>
          </a:p>
          <a:p>
            <a:pPr lvl="1">
              <a:defRPr sz="1800"/>
            </a:pPr>
            <a:r>
              <a:t>• UI: JFrame/JPanel forms</a:t>
            </a:r>
          </a:p>
          <a:p>
            <a:pPr lvl="1">
              <a:defRPr sz="1800"/>
            </a:pPr>
            <a:r>
              <a:t>• Config: DatabaseConnection (Singleton)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03204-63BC-9400-5891-385E5749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0A6BA-B937-3144-20BC-26D8881E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 &amp;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Student registration &amp; profile management</a:t>
            </a:r>
          </a:p>
          <a:p>
            <a:r>
              <a:rPr dirty="0"/>
              <a:t>Course catalogue + per‑semester enrollment</a:t>
            </a:r>
          </a:p>
          <a:p>
            <a:r>
              <a:rPr dirty="0"/>
              <a:t>Grade recording &amp; completion tracking</a:t>
            </a:r>
          </a:p>
          <a:p>
            <a:r>
              <a:rPr dirty="0"/>
              <a:t>Student report with summary stats</a:t>
            </a:r>
          </a:p>
          <a:p>
            <a:r>
              <a:rPr dirty="0"/>
              <a:t>Input validation &amp; error handling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67F63-7C14-0A57-6719-ADB06C14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DED74-65C4-223D-5311-41EEBFFD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&amp; Navigation</a:t>
            </a:r>
          </a:p>
        </p:txBody>
      </p:sp>
      <p:pic>
        <p:nvPicPr>
          <p:cNvPr id="3" name="Picture 2" descr="Screenshot 2026-01-15 0435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319836" cy="47548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5F4E0-1092-B95D-BFBD-18F5B20EE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5C779-FB5B-2C0F-C783-4BEEA3C78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Management – Register &amp; List</a:t>
            </a:r>
          </a:p>
        </p:txBody>
      </p:sp>
      <p:pic>
        <p:nvPicPr>
          <p:cNvPr id="3" name="Picture 2" descr="Screenshot 2026-01-15 04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928194" cy="47548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D03E5-B137-7A58-35E6-D01D5A3C0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BC600-A1B8-8960-74B0-B648188F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Management – Enroll per Semester</a:t>
            </a:r>
          </a:p>
        </p:txBody>
      </p:sp>
      <p:pic>
        <p:nvPicPr>
          <p:cNvPr id="3" name="Picture 2" descr="Screenshot 2026-01-15 043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944593" cy="47548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7FC8B-A4A0-F219-D8AD-520BEC4E6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94F40-E9CF-5183-F444-ED94165E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Grades – Record a Score</a:t>
            </a:r>
          </a:p>
        </p:txBody>
      </p:sp>
      <p:pic>
        <p:nvPicPr>
          <p:cNvPr id="3" name="Picture 2" descr="Screenshot 2026-01-15 043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975714" cy="47548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CC480-1EE0-6255-A339-7918983C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C9F35-B45D-4391-88F7-F82F52FD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Courses Completed – Completion Status</a:t>
            </a:r>
          </a:p>
        </p:txBody>
      </p:sp>
      <p:pic>
        <p:nvPicPr>
          <p:cNvPr id="3" name="Picture 2" descr="Screenshot 2026-01-15 0433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943480" cy="47548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053AF-389D-B2EE-1123-BF977773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3D8DE-F26F-42AD-6F7D-BBEED343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Report – Enrollments &amp; Summary</a:t>
            </a:r>
          </a:p>
        </p:txBody>
      </p:sp>
      <p:pic>
        <p:nvPicPr>
          <p:cNvPr id="3" name="Picture 2" descr="Screenshot 2026-01-15 0432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9115499" cy="47548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25D33-3088-B49C-1D45-BCAC7716A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3FB52-5BC3-E474-629A-35413C64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OOP Concepts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Encapsulation &amp; Validation</a:t>
            </a:r>
          </a:p>
          <a:p>
            <a:pPr lvl="1">
              <a:defRPr sz="1800"/>
            </a:pPr>
            <a:r>
              <a:t>• Private fields + getters/setters</a:t>
            </a:r>
          </a:p>
          <a:p>
            <a:pPr lvl="1">
              <a:defRPr sz="1800"/>
            </a:pPr>
            <a:r>
              <a:t>• Setters validate inputs (e.g., credits &gt; 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Abstraction, Inheritance, Polymorphism</a:t>
            </a:r>
          </a:p>
          <a:p>
            <a:pPr lvl="1">
              <a:defRPr sz="1800"/>
            </a:pPr>
            <a:r>
              <a:t>• DAO interfaces hide DB details</a:t>
            </a:r>
          </a:p>
          <a:p>
            <a:pPr lvl="1">
              <a:defRPr sz="1800"/>
            </a:pPr>
            <a:r>
              <a:t>• Optional Person → Student inheritance</a:t>
            </a:r>
          </a:p>
          <a:p>
            <a:pPr lvl="1">
              <a:defRPr sz="1800"/>
            </a:pPr>
            <a:r>
              <a:t>• ActionListeners &amp; DAO implementations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E4A11-B836-728D-04D7-A68F97C1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313D7-B84C-D2A0-4446-42F132EF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Validation (Inputs → Outputs)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student → appears in Students list &amp; DB</a:t>
            </a:r>
          </a:p>
          <a:p>
            <a:r>
              <a:t>Enroll student (no duplicates) → shows in Enrollments</a:t>
            </a:r>
          </a:p>
          <a:p>
            <a:r>
              <a:t>Record grade (0–100) → reflected in Grades &amp; completion</a:t>
            </a:r>
          </a:p>
          <a:p>
            <a:r>
              <a:t>Generate report by Student ID → enrollments, grades, status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00026-BA5C-E6CF-7786-8134F964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6D152-6476-61F6-87C2-85C6AF289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Snapshots (MySQL Workbench)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840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(screenshot missing)</a:t>
            </a:r>
          </a:p>
          <a:p>
            <a:r>
              <a:t>Screenshot_students_db.png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05840"/>
            <a:ext cx="3840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(screenshot missing)</a:t>
            </a:r>
          </a:p>
          <a:p>
            <a:r>
              <a:t>Screenshot_grades_db.png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3840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(screenshot missing)</a:t>
            </a:r>
          </a:p>
          <a:p>
            <a:r>
              <a:t>Screenshot_enrollments_db.png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657600"/>
            <a:ext cx="3840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(screenshot missing)</a:t>
            </a:r>
          </a:p>
          <a:p>
            <a:r>
              <a:t>Screenshot_courses_db.png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517551-D8BD-A4C5-AA8D-5775CF6F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D21CB0-BF4A-B97C-E214-204700440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– High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Classes: Student, Course, Enrollment, Grade, DAOs, Services, DatabaseConnection</a:t>
            </a:r>
          </a:p>
          <a:p>
            <a:r>
              <a:t>Relations: Student 1..* Enrollment *..1 Course; Enrollment 0..1 Grade</a:t>
            </a:r>
          </a:p>
          <a:p>
            <a:r>
              <a:t>Layers: model, dao, service, ui</a:t>
            </a:r>
          </a:p>
          <a:p>
            <a:r>
              <a:t>Sequence: UI → Service → DAO → DB → UI refresh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C604C-1D0E-22B6-4B62-C236D9D8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BE685-5CB4-E9C6-31B1-5C5AF125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/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 installation &amp; password reset (Windows)</a:t>
            </a:r>
          </a:p>
          <a:p>
            <a:r>
              <a:t>JDBC driver not found → added connector JAR</a:t>
            </a:r>
          </a:p>
          <a:p>
            <a:r>
              <a:t>Read‑only files in IntelliJ</a:t>
            </a:r>
          </a:p>
          <a:p>
            <a:r>
              <a:t>PK/FK constraints &amp; duplicates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AB66F-5835-946A-4887-4ACF24BDF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E78FC-2213-2155-D04B-ACD239E4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DAO + Service architecture, prepared statements</a:t>
            </a:r>
          </a:p>
          <a:p>
            <a:r>
              <a:t>User‑friendly validation and feedback</a:t>
            </a:r>
          </a:p>
          <a:p>
            <a:r>
              <a:t>Working CRUD + reports + completion logic</a:t>
            </a:r>
          </a:p>
          <a:p>
            <a:r>
              <a:t>Clean UI, ready for roles/auth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1DEA5-772C-69AF-58E6-80EEC19E7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86824-EFBC-7DC1-36FB-CFF0AA8E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Login/roles (admin/lecturer/student)</a:t>
            </a:r>
          </a:p>
          <a:p>
            <a:r>
              <a:t>Search filters &amp; pagination</a:t>
            </a:r>
          </a:p>
          <a:p>
            <a:r>
              <a:t>Export to CSV/PDF</a:t>
            </a:r>
          </a:p>
          <a:p>
            <a:r>
              <a:t>Unit tests &amp; CI</a:t>
            </a:r>
          </a:p>
          <a:p>
            <a:r>
              <a:t>Dockerized DB &amp; distribution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D4D19-2EC6-1E87-6F10-B4D0CCA1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HE28046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59727-DE51-BA4A-70C7-8DCAC612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/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Thanks!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513</Words>
  <Application>Microsoft Office PowerPoint</Application>
  <PresentationFormat>On-screen Show (4:3)</PresentationFormat>
  <Paragraphs>108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Celestial</vt:lpstr>
      <vt:lpstr>Student Enrollment System</vt:lpstr>
      <vt:lpstr>System Overview</vt:lpstr>
      <vt:lpstr>PowerPoint Presentation</vt:lpstr>
      <vt:lpstr>Key Features &amp; Functionality</vt:lpstr>
      <vt:lpstr>Home &amp; Navigation</vt:lpstr>
      <vt:lpstr>Student Management – Register &amp; List</vt:lpstr>
      <vt:lpstr>Enrollment Management – Enroll per Semester</vt:lpstr>
      <vt:lpstr>Grades – Record a Score</vt:lpstr>
      <vt:lpstr>Courses Completed – Completion Status</vt:lpstr>
      <vt:lpstr>Student Report – Enrollments &amp; Summary</vt:lpstr>
      <vt:lpstr>PowerPoint Presentation</vt:lpstr>
      <vt:lpstr>Requirements Validation (Inputs → Outputs)</vt:lpstr>
      <vt:lpstr>PowerPoint Presentation</vt:lpstr>
      <vt:lpstr>UML – High Level</vt:lpstr>
      <vt:lpstr>Challenges / Debugging</vt:lpstr>
      <vt:lpstr>Solutions &amp; Achievements</vt:lpstr>
      <vt:lpstr>Future Work</vt:lpstr>
      <vt:lpstr>Q /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DARE ONABANJO</cp:lastModifiedBy>
  <cp:revision>1</cp:revision>
  <dcterms:created xsi:type="dcterms:W3CDTF">2013-01-27T09:14:16Z</dcterms:created>
  <dcterms:modified xsi:type="dcterms:W3CDTF">2026-01-15T05:05:21Z</dcterms:modified>
  <cp:category/>
  <cp:contentStatus/>
</cp:coreProperties>
</file>